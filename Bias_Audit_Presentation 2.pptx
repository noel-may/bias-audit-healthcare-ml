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4"/>
  </p:sldMasterIdLst>
  <p:notesMasterIdLst>
    <p:notesMasterId r:id="rId21"/>
  </p:notesMasterIdLst>
  <p:handoutMasterIdLst>
    <p:handoutMasterId r:id="rId22"/>
  </p:handoutMasterIdLst>
  <p:sldIdLst>
    <p:sldId id="2561" r:id="rId5"/>
    <p:sldId id="2562" r:id="rId6"/>
    <p:sldId id="2563" r:id="rId7"/>
    <p:sldId id="2564" r:id="rId8"/>
    <p:sldId id="2565" r:id="rId9"/>
    <p:sldId id="2566" r:id="rId10"/>
    <p:sldId id="2567" r:id="rId11"/>
    <p:sldId id="2568" r:id="rId12"/>
    <p:sldId id="2569" r:id="rId13"/>
    <p:sldId id="2576" r:id="rId14"/>
    <p:sldId id="2570" r:id="rId15"/>
    <p:sldId id="2571" r:id="rId16"/>
    <p:sldId id="2572" r:id="rId17"/>
    <p:sldId id="2573" r:id="rId18"/>
    <p:sldId id="2574" r:id="rId19"/>
    <p:sldId id="25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ias Audit Project Presentation" id="{C8A4BA7D-CB8B-4F1D-A75B-29B215627E59}">
          <p14:sldIdLst>
            <p14:sldId id="2561"/>
          </p14:sldIdLst>
        </p14:section>
        <p14:section name="Project Overview" id="{5568AAE6-469A-474F-BDE8-A23A4067D22F}">
          <p14:sldIdLst>
            <p14:sldId id="2562"/>
            <p14:sldId id="2563"/>
          </p14:sldIdLst>
        </p14:section>
        <p14:section name="Dataset and Model" id="{F40ACBA8-DA08-4AEB-BA2D-ACE41AECF630}">
          <p14:sldIdLst>
            <p14:sldId id="2564"/>
            <p14:sldId id="2565"/>
          </p14:sldIdLst>
        </p14:section>
        <p14:section name="Bias Findings" id="{58328C46-6AF4-4362-A54A-1CFBB3433C27}">
          <p14:sldIdLst>
            <p14:sldId id="2566"/>
            <p14:sldId id="2567"/>
          </p14:sldIdLst>
        </p14:section>
        <p14:section name="Visual Representation" id="{EDBF212A-5AEF-4468-A8DB-7D6A89DC8D70}">
          <p14:sldIdLst>
            <p14:sldId id="2568"/>
            <p14:sldId id="2569"/>
            <p14:sldId id="2576"/>
          </p14:sldIdLst>
        </p14:section>
        <p14:section name="Mitigation Strategies and Performance" id="{7B41EB1A-C5A9-4B5F-9E20-F46E52669D15}">
          <p14:sldIdLst>
            <p14:sldId id="2570"/>
            <p14:sldId id="2571"/>
          </p14:sldIdLst>
        </p14:section>
        <p14:section name="Ethical Implications and Recommendations" id="{97128058-E84A-427F-8122-2B2AE87160F0}">
          <p14:sldIdLst>
            <p14:sldId id="2572"/>
            <p14:sldId id="2573"/>
          </p14:sldIdLst>
        </p14:section>
        <p14:section name="Conclusion" id="{D4B4097B-C871-4849-B6DA-870B27C0282C}">
          <p14:sldIdLst>
            <p14:sldId id="2574"/>
            <p14:sldId id="257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00315A-3BD5-64D6-F086-0F31E4256069}" v="14" dt="2025-12-10T13:28:53.662"/>
    <p1510:client id="{A4BEE8B6-0589-4F39-B5E5-E60A4852EA6C}" v="16" dt="2025-12-10T08:10:36.890"/>
    <p1510:client id="{DCE86BF6-1915-D2AD-3F25-B5C909BCC60E}" v="51" dt="2025-12-10T09:54:50.0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42" autoAdjust="0"/>
    <p:restoredTop sz="94597"/>
  </p:normalViewPr>
  <p:slideViewPr>
    <p:cSldViewPr snapToGrid="0">
      <p:cViewPr>
        <p:scale>
          <a:sx n="100" d="100"/>
          <a:sy n="100" d="100"/>
        </p:scale>
        <p:origin x="-696" y="-398"/>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diagrams/_rels/data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33F2EE-DB1A-43EA-B4E4-40DFCB8489D0}"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9A4BA78B-6C05-4376-806A-F6D608937EEB}">
      <dgm:prSet/>
      <dgm:spPr/>
      <dgm:t>
        <a:bodyPr/>
        <a:lstStyle/>
        <a:p>
          <a:pPr>
            <a:lnSpc>
              <a:spcPct val="100000"/>
            </a:lnSpc>
            <a:defRPr b="1"/>
          </a:pPr>
          <a:r>
            <a:rPr lang="en-US"/>
            <a:t>Approval Rate Comparison</a:t>
          </a:r>
        </a:p>
      </dgm:t>
    </dgm:pt>
    <dgm:pt modelId="{78C56EAA-8037-417A-AF79-2FDD99C3E2EA}" type="parTrans" cxnId="{614EC47C-6512-49AB-AEC0-63CF8AF710FC}">
      <dgm:prSet/>
      <dgm:spPr/>
      <dgm:t>
        <a:bodyPr/>
        <a:lstStyle/>
        <a:p>
          <a:endParaRPr lang="en-US"/>
        </a:p>
      </dgm:t>
    </dgm:pt>
    <dgm:pt modelId="{670BFA4D-2D40-4FA1-9F6B-0DE1334D5A1E}" type="sibTrans" cxnId="{614EC47C-6512-49AB-AEC0-63CF8AF710FC}">
      <dgm:prSet/>
      <dgm:spPr/>
      <dgm:t>
        <a:bodyPr/>
        <a:lstStyle/>
        <a:p>
          <a:pPr>
            <a:lnSpc>
              <a:spcPct val="100000"/>
            </a:lnSpc>
            <a:defRPr b="1"/>
          </a:pPr>
          <a:endParaRPr lang="en-US"/>
        </a:p>
      </dgm:t>
    </dgm:pt>
    <dgm:pt modelId="{83B48A30-2313-4323-BD8A-D0DFCE8DF47E}">
      <dgm:prSet/>
      <dgm:spPr/>
      <dgm:t>
        <a:bodyPr/>
        <a:lstStyle/>
        <a:p>
          <a:pPr>
            <a:lnSpc>
              <a:spcPct val="100000"/>
            </a:lnSpc>
          </a:pPr>
          <a:r>
            <a:rPr lang="en-US"/>
            <a:t>The Approval Rate chart shows the proportion of positive classifications for males and females, indicating a slight advantage for females.</a:t>
          </a:r>
        </a:p>
      </dgm:t>
    </dgm:pt>
    <dgm:pt modelId="{B2FF5E63-E80E-4514-AAC7-3B810B7FDC29}" type="parTrans" cxnId="{806DED62-38D2-4979-AF2D-009A711B4B7E}">
      <dgm:prSet/>
      <dgm:spPr/>
      <dgm:t>
        <a:bodyPr/>
        <a:lstStyle/>
        <a:p>
          <a:endParaRPr lang="en-US"/>
        </a:p>
      </dgm:t>
    </dgm:pt>
    <dgm:pt modelId="{639B316C-4FD0-4DA8-A9DB-7FB633AC3616}" type="sibTrans" cxnId="{806DED62-38D2-4979-AF2D-009A711B4B7E}">
      <dgm:prSet/>
      <dgm:spPr/>
      <dgm:t>
        <a:bodyPr/>
        <a:lstStyle/>
        <a:p>
          <a:endParaRPr lang="en-US"/>
        </a:p>
      </dgm:t>
    </dgm:pt>
    <dgm:pt modelId="{44ECD2C9-4875-4A87-B924-6EBE5DDD34BA}">
      <dgm:prSet/>
      <dgm:spPr/>
      <dgm:t>
        <a:bodyPr/>
        <a:lstStyle/>
        <a:p>
          <a:pPr>
            <a:lnSpc>
              <a:spcPct val="100000"/>
            </a:lnSpc>
            <a:defRPr b="1"/>
          </a:pPr>
          <a:r>
            <a:rPr lang="en-US"/>
            <a:t>True Positive Rate Analysis</a:t>
          </a:r>
        </a:p>
      </dgm:t>
    </dgm:pt>
    <dgm:pt modelId="{8463EA8F-2062-4BEF-AFAA-5B92A2C1A928}" type="parTrans" cxnId="{AFCAD83D-5520-4E8D-A52C-A2D16192F6E8}">
      <dgm:prSet/>
      <dgm:spPr/>
      <dgm:t>
        <a:bodyPr/>
        <a:lstStyle/>
        <a:p>
          <a:endParaRPr lang="en-US"/>
        </a:p>
      </dgm:t>
    </dgm:pt>
    <dgm:pt modelId="{3AF21723-F8C2-4721-9468-91D7EB7FEB7F}" type="sibTrans" cxnId="{AFCAD83D-5520-4E8D-A52C-A2D16192F6E8}">
      <dgm:prSet/>
      <dgm:spPr/>
      <dgm:t>
        <a:bodyPr/>
        <a:lstStyle/>
        <a:p>
          <a:pPr>
            <a:lnSpc>
              <a:spcPct val="100000"/>
            </a:lnSpc>
            <a:defRPr b="1"/>
          </a:pPr>
          <a:endParaRPr lang="en-US"/>
        </a:p>
      </dgm:t>
    </dgm:pt>
    <dgm:pt modelId="{6CC72485-BB4B-4355-A00F-F374CC05969E}">
      <dgm:prSet/>
      <dgm:spPr/>
      <dgm:t>
        <a:bodyPr/>
        <a:lstStyle/>
        <a:p>
          <a:pPr>
            <a:lnSpc>
              <a:spcPct val="100000"/>
            </a:lnSpc>
          </a:pPr>
          <a:r>
            <a:rPr lang="en-US"/>
            <a:t>The True Positive Rate chart illustrates the accuracy of positive predictions for each gender, showing near equal results.</a:t>
          </a:r>
        </a:p>
      </dgm:t>
    </dgm:pt>
    <dgm:pt modelId="{C5E01726-9126-423C-AE95-1D7CADCE4B83}" type="parTrans" cxnId="{22AB5D4C-C7FA-4A1D-A108-2D3288474308}">
      <dgm:prSet/>
      <dgm:spPr/>
      <dgm:t>
        <a:bodyPr/>
        <a:lstStyle/>
        <a:p>
          <a:endParaRPr lang="en-US"/>
        </a:p>
      </dgm:t>
    </dgm:pt>
    <dgm:pt modelId="{4738DC37-0BE4-4C43-98B9-0AA7D8AB872C}" type="sibTrans" cxnId="{22AB5D4C-C7FA-4A1D-A108-2D3288474308}">
      <dgm:prSet/>
      <dgm:spPr/>
      <dgm:t>
        <a:bodyPr/>
        <a:lstStyle/>
        <a:p>
          <a:endParaRPr lang="en-US"/>
        </a:p>
      </dgm:t>
    </dgm:pt>
    <dgm:pt modelId="{125737D1-052D-4D2D-86F3-F68E6D6EE550}">
      <dgm:prSet/>
      <dgm:spPr/>
      <dgm:t>
        <a:bodyPr/>
        <a:lstStyle/>
        <a:p>
          <a:pPr>
            <a:lnSpc>
              <a:spcPct val="100000"/>
            </a:lnSpc>
            <a:defRPr b="1"/>
          </a:pPr>
          <a:r>
            <a:rPr lang="en-US"/>
            <a:t>Visual Insights for Transparency</a:t>
          </a:r>
        </a:p>
      </dgm:t>
    </dgm:pt>
    <dgm:pt modelId="{F0D99485-D4C0-4734-8C71-96F88E17E45E}" type="parTrans" cxnId="{847FBCDA-47B1-4932-BA90-090ED4DDBC4B}">
      <dgm:prSet/>
      <dgm:spPr/>
      <dgm:t>
        <a:bodyPr/>
        <a:lstStyle/>
        <a:p>
          <a:endParaRPr lang="en-US"/>
        </a:p>
      </dgm:t>
    </dgm:pt>
    <dgm:pt modelId="{C1DD27C5-C4A7-417C-A382-F6C177F2578E}" type="sibTrans" cxnId="{847FBCDA-47B1-4932-BA90-090ED4DDBC4B}">
      <dgm:prSet/>
      <dgm:spPr/>
      <dgm:t>
        <a:bodyPr/>
        <a:lstStyle/>
        <a:p>
          <a:endParaRPr lang="en-US"/>
        </a:p>
      </dgm:t>
    </dgm:pt>
    <dgm:pt modelId="{AED59291-438C-4C20-977D-9D996A7719B2}">
      <dgm:prSet/>
      <dgm:spPr/>
      <dgm:t>
        <a:bodyPr/>
        <a:lstStyle/>
        <a:p>
          <a:pPr>
            <a:lnSpc>
              <a:spcPct val="100000"/>
            </a:lnSpc>
          </a:pPr>
          <a:r>
            <a:rPr lang="en-US"/>
            <a:t>Visuals complement statistical metrics to enhance stakeholder understanding and ensure analysis accessibility for all audiences.</a:t>
          </a:r>
        </a:p>
      </dgm:t>
    </dgm:pt>
    <dgm:pt modelId="{AD1DE3D2-AE86-438F-B182-D47A0B385792}" type="parTrans" cxnId="{D7EB894E-9B5D-4128-B8F9-D7AAA4B9FA40}">
      <dgm:prSet/>
      <dgm:spPr/>
      <dgm:t>
        <a:bodyPr/>
        <a:lstStyle/>
        <a:p>
          <a:endParaRPr lang="en-US"/>
        </a:p>
      </dgm:t>
    </dgm:pt>
    <dgm:pt modelId="{A4B01BA9-7267-482E-9824-8822FE8B77C4}" type="sibTrans" cxnId="{D7EB894E-9B5D-4128-B8F9-D7AAA4B9FA40}">
      <dgm:prSet/>
      <dgm:spPr/>
      <dgm:t>
        <a:bodyPr/>
        <a:lstStyle/>
        <a:p>
          <a:endParaRPr lang="en-US"/>
        </a:p>
      </dgm:t>
    </dgm:pt>
    <dgm:pt modelId="{4C4F6671-1F14-4876-B562-E995BEB15974}" type="pres">
      <dgm:prSet presAssocID="{8933F2EE-DB1A-43EA-B4E4-40DFCB8489D0}" presName="Root" presStyleCnt="0">
        <dgm:presLayoutVars>
          <dgm:dir/>
          <dgm:resizeHandles val="exact"/>
        </dgm:presLayoutVars>
      </dgm:prSet>
      <dgm:spPr/>
    </dgm:pt>
    <dgm:pt modelId="{B9E6E676-B232-4D2A-BF6B-EE81FA29477C}" type="pres">
      <dgm:prSet presAssocID="{9A4BA78B-6C05-4376-806A-F6D608937EEB}" presName="Composite" presStyleCnt="0"/>
      <dgm:spPr/>
    </dgm:pt>
    <dgm:pt modelId="{062A0647-3702-4F78-8161-F9F636467BEE}" type="pres">
      <dgm:prSet presAssocID="{9A4BA78B-6C05-4376-806A-F6D608937EEB}"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r="33254" b="6"/>
          <a:stretch/>
        </a:blipFill>
      </dgm:spPr>
      <dgm:extLst>
        <a:ext uri="{E40237B7-FDA0-4F09-8148-C483321AD2D9}">
          <dgm14:cNvPr xmlns:dgm14="http://schemas.microsoft.com/office/drawing/2010/diagram" id="0" name="" descr="Shot of a businessman looking thoughtfully at a graph against a white background"/>
        </a:ext>
      </dgm:extLst>
    </dgm:pt>
    <dgm:pt modelId="{6F8FBCD7-D34A-4B2C-A01B-7E2780D1E979}" type="pres">
      <dgm:prSet presAssocID="{9A4BA78B-6C05-4376-806A-F6D608937EEB}" presName="Subtitle" presStyleLbl="revTx" presStyleIdx="0" presStyleCnt="6">
        <dgm:presLayoutVars>
          <dgm:chMax val="0"/>
          <dgm:bulletEnabled/>
        </dgm:presLayoutVars>
      </dgm:prSet>
      <dgm:spPr/>
    </dgm:pt>
    <dgm:pt modelId="{AD489BCD-C5FC-4C24-8BD2-1815E0ABBC1D}" type="pres">
      <dgm:prSet presAssocID="{9A4BA78B-6C05-4376-806A-F6D608937EEB}" presName="Description" presStyleLbl="revTx" presStyleIdx="1" presStyleCnt="6">
        <dgm:presLayoutVars>
          <dgm:bulletEnabled/>
        </dgm:presLayoutVars>
      </dgm:prSet>
      <dgm:spPr/>
    </dgm:pt>
    <dgm:pt modelId="{878920EC-E8CF-4159-872A-7BB16B96DAF6}" type="pres">
      <dgm:prSet presAssocID="{670BFA4D-2D40-4FA1-9F6B-0DE1334D5A1E}" presName="sibTrans" presStyleLbl="sibTrans2D1" presStyleIdx="0" presStyleCnt="0"/>
      <dgm:spPr/>
    </dgm:pt>
    <dgm:pt modelId="{BF2E10E1-5DF6-4831-BE52-2C10407E8009}" type="pres">
      <dgm:prSet presAssocID="{44ECD2C9-4875-4A87-B924-6EBE5DDD34BA}" presName="Composite" presStyleCnt="0"/>
      <dgm:spPr/>
    </dgm:pt>
    <dgm:pt modelId="{7BFFA890-CA1A-48AC-9FE0-764942559929}" type="pres">
      <dgm:prSet presAssocID="{44ECD2C9-4875-4A87-B924-6EBE5DDD34BA}"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2458" r="10796" b="6"/>
          <a:stretch/>
        </a:blipFill>
      </dgm:spPr>
      <dgm:extLst>
        <a:ext uri="{E40237B7-FDA0-4F09-8148-C483321AD2D9}">
          <dgm14:cNvPr xmlns:dgm14="http://schemas.microsoft.com/office/drawing/2010/diagram" id="0" name="" descr="Success Graph"/>
        </a:ext>
      </dgm:extLst>
    </dgm:pt>
    <dgm:pt modelId="{CC332A1F-56D6-4032-9E9D-3B30E10AF1E1}" type="pres">
      <dgm:prSet presAssocID="{44ECD2C9-4875-4A87-B924-6EBE5DDD34BA}" presName="Subtitle" presStyleLbl="revTx" presStyleIdx="2" presStyleCnt="6">
        <dgm:presLayoutVars>
          <dgm:chMax val="0"/>
          <dgm:bulletEnabled/>
        </dgm:presLayoutVars>
      </dgm:prSet>
      <dgm:spPr/>
    </dgm:pt>
    <dgm:pt modelId="{A8C8D5A4-EA3F-4347-A58A-FA47DC53F1A1}" type="pres">
      <dgm:prSet presAssocID="{44ECD2C9-4875-4A87-B924-6EBE5DDD34BA}" presName="Description" presStyleLbl="revTx" presStyleIdx="3" presStyleCnt="6">
        <dgm:presLayoutVars>
          <dgm:bulletEnabled/>
        </dgm:presLayoutVars>
      </dgm:prSet>
      <dgm:spPr/>
    </dgm:pt>
    <dgm:pt modelId="{E80FD0A9-E21C-474E-BF84-2F587327CD2C}" type="pres">
      <dgm:prSet presAssocID="{3AF21723-F8C2-4721-9468-91D7EB7FEB7F}" presName="sibTrans" presStyleLbl="sibTrans2D1" presStyleIdx="0" presStyleCnt="0"/>
      <dgm:spPr/>
    </dgm:pt>
    <dgm:pt modelId="{407548FC-93A2-45F4-962F-8D56DC88244F}" type="pres">
      <dgm:prSet presAssocID="{125737D1-052D-4D2D-86F3-F68E6D6EE550}" presName="Composite" presStyleCnt="0"/>
      <dgm:spPr/>
    </dgm:pt>
    <dgm:pt modelId="{337D7BF4-0572-47D9-9C7B-0F6CBEC7F099}" type="pres">
      <dgm:prSet presAssocID="{125737D1-052D-4D2D-86F3-F68E6D6EE550}"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8882" r="4372" b="6"/>
          <a:stretch/>
        </a:blipFill>
      </dgm:spPr>
      <dgm:extLst>
        <a:ext uri="{E40237B7-FDA0-4F09-8148-C483321AD2D9}">
          <dgm14:cNvPr xmlns:dgm14="http://schemas.microsoft.com/office/drawing/2010/diagram" id="0" name="" descr="Group working on graphs"/>
        </a:ext>
      </dgm:extLst>
    </dgm:pt>
    <dgm:pt modelId="{BCAC0AFF-3AD4-4FAA-B35B-44B39DDF9DC6}" type="pres">
      <dgm:prSet presAssocID="{125737D1-052D-4D2D-86F3-F68E6D6EE550}" presName="Subtitle" presStyleLbl="revTx" presStyleIdx="4" presStyleCnt="6">
        <dgm:presLayoutVars>
          <dgm:chMax val="0"/>
          <dgm:bulletEnabled/>
        </dgm:presLayoutVars>
      </dgm:prSet>
      <dgm:spPr/>
    </dgm:pt>
    <dgm:pt modelId="{56F2FA31-AB8C-43D3-BD25-4EE6A91D74A1}" type="pres">
      <dgm:prSet presAssocID="{125737D1-052D-4D2D-86F3-F68E6D6EE550}" presName="Description" presStyleLbl="revTx" presStyleIdx="5" presStyleCnt="6">
        <dgm:presLayoutVars>
          <dgm:bulletEnabled/>
        </dgm:presLayoutVars>
      </dgm:prSet>
      <dgm:spPr/>
    </dgm:pt>
  </dgm:ptLst>
  <dgm:cxnLst>
    <dgm:cxn modelId="{AFCAD83D-5520-4E8D-A52C-A2D16192F6E8}" srcId="{8933F2EE-DB1A-43EA-B4E4-40DFCB8489D0}" destId="{44ECD2C9-4875-4A87-B924-6EBE5DDD34BA}" srcOrd="1" destOrd="0" parTransId="{8463EA8F-2062-4BEF-AFAA-5B92A2C1A928}" sibTransId="{3AF21723-F8C2-4721-9468-91D7EB7FEB7F}"/>
    <dgm:cxn modelId="{7FD93460-0B59-4E6B-A104-535C43F8C8BB}" type="presOf" srcId="{8933F2EE-DB1A-43EA-B4E4-40DFCB8489D0}" destId="{4C4F6671-1F14-4876-B562-E995BEB15974}" srcOrd="0" destOrd="0" presId="urn:microsoft.com/office/officeart/2024/3/layout/verticalVisualTextBlock1"/>
    <dgm:cxn modelId="{C9D88141-0C19-41C2-9B62-4EC1A000C6A7}" type="presOf" srcId="{44ECD2C9-4875-4A87-B924-6EBE5DDD34BA}" destId="{CC332A1F-56D6-4032-9E9D-3B30E10AF1E1}" srcOrd="0" destOrd="0" presId="urn:microsoft.com/office/officeart/2024/3/layout/verticalVisualTextBlock1"/>
    <dgm:cxn modelId="{3C5E8442-9079-42E0-9E0C-C41FCBA3A3FA}" type="presOf" srcId="{6CC72485-BB4B-4355-A00F-F374CC05969E}" destId="{A8C8D5A4-EA3F-4347-A58A-FA47DC53F1A1}" srcOrd="0" destOrd="0" presId="urn:microsoft.com/office/officeart/2024/3/layout/verticalVisualTextBlock1"/>
    <dgm:cxn modelId="{806DED62-38D2-4979-AF2D-009A711B4B7E}" srcId="{9A4BA78B-6C05-4376-806A-F6D608937EEB}" destId="{83B48A30-2313-4323-BD8A-D0DFCE8DF47E}" srcOrd="0" destOrd="0" parTransId="{B2FF5E63-E80E-4514-AAC7-3B810B7FDC29}" sibTransId="{639B316C-4FD0-4DA8-A9DB-7FB633AC3616}"/>
    <dgm:cxn modelId="{288F4846-D3BA-4281-B591-DBDEB39C5EE6}" type="presOf" srcId="{670BFA4D-2D40-4FA1-9F6B-0DE1334D5A1E}" destId="{878920EC-E8CF-4159-872A-7BB16B96DAF6}" srcOrd="0" destOrd="0" presId="urn:microsoft.com/office/officeart/2024/3/layout/verticalVisualTextBlock1"/>
    <dgm:cxn modelId="{22AB5D4C-C7FA-4A1D-A108-2D3288474308}" srcId="{44ECD2C9-4875-4A87-B924-6EBE5DDD34BA}" destId="{6CC72485-BB4B-4355-A00F-F374CC05969E}" srcOrd="0" destOrd="0" parTransId="{C5E01726-9126-423C-AE95-1D7CADCE4B83}" sibTransId="{4738DC37-0BE4-4C43-98B9-0AA7D8AB872C}"/>
    <dgm:cxn modelId="{D7EB894E-9B5D-4128-B8F9-D7AAA4B9FA40}" srcId="{125737D1-052D-4D2D-86F3-F68E6D6EE550}" destId="{AED59291-438C-4C20-977D-9D996A7719B2}" srcOrd="0" destOrd="0" parTransId="{AD1DE3D2-AE86-438F-B182-D47A0B385792}" sibTransId="{A4B01BA9-7267-482E-9824-8822FE8B77C4}"/>
    <dgm:cxn modelId="{6F0D4A54-D1A8-4E7E-80E8-8DC71AB0CB2D}" type="presOf" srcId="{83B48A30-2313-4323-BD8A-D0DFCE8DF47E}" destId="{AD489BCD-C5FC-4C24-8BD2-1815E0ABBC1D}" srcOrd="0" destOrd="0" presId="urn:microsoft.com/office/officeart/2024/3/layout/verticalVisualTextBlock1"/>
    <dgm:cxn modelId="{614EC47C-6512-49AB-AEC0-63CF8AF710FC}" srcId="{8933F2EE-DB1A-43EA-B4E4-40DFCB8489D0}" destId="{9A4BA78B-6C05-4376-806A-F6D608937EEB}" srcOrd="0" destOrd="0" parTransId="{78C56EAA-8037-417A-AF79-2FDD99C3E2EA}" sibTransId="{670BFA4D-2D40-4FA1-9F6B-0DE1334D5A1E}"/>
    <dgm:cxn modelId="{6DE7B58D-0552-4484-8E0F-2731F0AB5935}" type="presOf" srcId="{3AF21723-F8C2-4721-9468-91D7EB7FEB7F}" destId="{E80FD0A9-E21C-474E-BF84-2F587327CD2C}" srcOrd="0" destOrd="0" presId="urn:microsoft.com/office/officeart/2024/3/layout/verticalVisualTextBlock1"/>
    <dgm:cxn modelId="{85D68E94-B3EC-4BBD-9B13-6F8AE6396D1B}" type="presOf" srcId="{AED59291-438C-4C20-977D-9D996A7719B2}" destId="{56F2FA31-AB8C-43D3-BD25-4EE6A91D74A1}" srcOrd="0" destOrd="0" presId="urn:microsoft.com/office/officeart/2024/3/layout/verticalVisualTextBlock1"/>
    <dgm:cxn modelId="{FD930F9D-2463-4295-BBC9-CC747F167956}" type="presOf" srcId="{9A4BA78B-6C05-4376-806A-F6D608937EEB}" destId="{6F8FBCD7-D34A-4B2C-A01B-7E2780D1E979}" srcOrd="0" destOrd="0" presId="urn:microsoft.com/office/officeart/2024/3/layout/verticalVisualTextBlock1"/>
    <dgm:cxn modelId="{847FBCDA-47B1-4932-BA90-090ED4DDBC4B}" srcId="{8933F2EE-DB1A-43EA-B4E4-40DFCB8489D0}" destId="{125737D1-052D-4D2D-86F3-F68E6D6EE550}" srcOrd="2" destOrd="0" parTransId="{F0D99485-D4C0-4734-8C71-96F88E17E45E}" sibTransId="{C1DD27C5-C4A7-417C-A382-F6C177F2578E}"/>
    <dgm:cxn modelId="{36E5BDED-4EA7-4EA1-9D35-E9005E62BEAC}" type="presOf" srcId="{125737D1-052D-4D2D-86F3-F68E6D6EE550}" destId="{BCAC0AFF-3AD4-4FAA-B35B-44B39DDF9DC6}" srcOrd="0" destOrd="0" presId="urn:microsoft.com/office/officeart/2024/3/layout/verticalVisualTextBlock1"/>
    <dgm:cxn modelId="{B9DA1D6C-EB9E-4C44-A892-E6CC2C94D194}" type="presParOf" srcId="{4C4F6671-1F14-4876-B562-E995BEB15974}" destId="{B9E6E676-B232-4D2A-BF6B-EE81FA29477C}" srcOrd="0" destOrd="0" presId="urn:microsoft.com/office/officeart/2024/3/layout/verticalVisualTextBlock1"/>
    <dgm:cxn modelId="{3675CA55-B0D1-49D7-A14F-26F3EB193DCA}" type="presParOf" srcId="{B9E6E676-B232-4D2A-BF6B-EE81FA29477C}" destId="{062A0647-3702-4F78-8161-F9F636467BEE}" srcOrd="0" destOrd="0" presId="urn:microsoft.com/office/officeart/2024/3/layout/verticalVisualTextBlock1"/>
    <dgm:cxn modelId="{0CB8AF60-4714-4246-A41C-FBCD42C9DE54}" type="presParOf" srcId="{B9E6E676-B232-4D2A-BF6B-EE81FA29477C}" destId="{6F8FBCD7-D34A-4B2C-A01B-7E2780D1E979}" srcOrd="1" destOrd="0" presId="urn:microsoft.com/office/officeart/2024/3/layout/verticalVisualTextBlock1"/>
    <dgm:cxn modelId="{383574DA-1A07-455D-AE90-DFEB2EB81EBF}" type="presParOf" srcId="{B9E6E676-B232-4D2A-BF6B-EE81FA29477C}" destId="{AD489BCD-C5FC-4C24-8BD2-1815E0ABBC1D}" srcOrd="2" destOrd="0" presId="urn:microsoft.com/office/officeart/2024/3/layout/verticalVisualTextBlock1"/>
    <dgm:cxn modelId="{EDEED02E-4AB2-4EF0-9BA4-8CD95093D2FA}" type="presParOf" srcId="{4C4F6671-1F14-4876-B562-E995BEB15974}" destId="{878920EC-E8CF-4159-872A-7BB16B96DAF6}" srcOrd="1" destOrd="0" presId="urn:microsoft.com/office/officeart/2024/3/layout/verticalVisualTextBlock1"/>
    <dgm:cxn modelId="{EF3DBCEE-8121-46BB-BDB0-027DE60902A1}" type="presParOf" srcId="{4C4F6671-1F14-4876-B562-E995BEB15974}" destId="{BF2E10E1-5DF6-4831-BE52-2C10407E8009}" srcOrd="2" destOrd="0" presId="urn:microsoft.com/office/officeart/2024/3/layout/verticalVisualTextBlock1"/>
    <dgm:cxn modelId="{798AD595-2A04-45F8-9D0B-C4E52EE77AEB}" type="presParOf" srcId="{BF2E10E1-5DF6-4831-BE52-2C10407E8009}" destId="{7BFFA890-CA1A-48AC-9FE0-764942559929}" srcOrd="0" destOrd="0" presId="urn:microsoft.com/office/officeart/2024/3/layout/verticalVisualTextBlock1"/>
    <dgm:cxn modelId="{A199163C-FC07-45E4-A7E0-F7CA8F133F77}" type="presParOf" srcId="{BF2E10E1-5DF6-4831-BE52-2C10407E8009}" destId="{CC332A1F-56D6-4032-9E9D-3B30E10AF1E1}" srcOrd="1" destOrd="0" presId="urn:microsoft.com/office/officeart/2024/3/layout/verticalVisualTextBlock1"/>
    <dgm:cxn modelId="{151EFAA1-C774-4ABF-9B12-C83D90C5758B}" type="presParOf" srcId="{BF2E10E1-5DF6-4831-BE52-2C10407E8009}" destId="{A8C8D5A4-EA3F-4347-A58A-FA47DC53F1A1}" srcOrd="2" destOrd="0" presId="urn:microsoft.com/office/officeart/2024/3/layout/verticalVisualTextBlock1"/>
    <dgm:cxn modelId="{11C9806A-8ACC-48FC-857B-54FBEF8B82AE}" type="presParOf" srcId="{4C4F6671-1F14-4876-B562-E995BEB15974}" destId="{E80FD0A9-E21C-474E-BF84-2F587327CD2C}" srcOrd="3" destOrd="0" presId="urn:microsoft.com/office/officeart/2024/3/layout/verticalVisualTextBlock1"/>
    <dgm:cxn modelId="{7C73A7D0-3A2D-47F9-8229-F33BF1407465}" type="presParOf" srcId="{4C4F6671-1F14-4876-B562-E995BEB15974}" destId="{407548FC-93A2-45F4-962F-8D56DC88244F}" srcOrd="4" destOrd="0" presId="urn:microsoft.com/office/officeart/2024/3/layout/verticalVisualTextBlock1"/>
    <dgm:cxn modelId="{1A08802B-4970-4AE0-8779-F8E80FD043D6}" type="presParOf" srcId="{407548FC-93A2-45F4-962F-8D56DC88244F}" destId="{337D7BF4-0572-47D9-9C7B-0F6CBEC7F099}" srcOrd="0" destOrd="0" presId="urn:microsoft.com/office/officeart/2024/3/layout/verticalVisualTextBlock1"/>
    <dgm:cxn modelId="{B2786097-22AA-4656-99B3-3A6FA756B966}" type="presParOf" srcId="{407548FC-93A2-45F4-962F-8D56DC88244F}" destId="{BCAC0AFF-3AD4-4FAA-B35B-44B39DDF9DC6}" srcOrd="1" destOrd="0" presId="urn:microsoft.com/office/officeart/2024/3/layout/verticalVisualTextBlock1"/>
    <dgm:cxn modelId="{9C18BD17-5E36-43F7-8EF7-D2EA97238198}" type="presParOf" srcId="{407548FC-93A2-45F4-962F-8D56DC88244F}" destId="{56F2FA31-AB8C-43D3-BD25-4EE6A91D74A1}"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2A0647-3702-4F78-8161-F9F636467BEE}">
      <dsp:nvSpPr>
        <dsp:cNvPr id="0" name=""/>
        <dsp:cNvSpPr/>
      </dsp:nvSpPr>
      <dsp:spPr>
        <a:xfrm>
          <a:off x="0" y="0"/>
          <a:ext cx="1362688" cy="1362688"/>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r="33254" b="6"/>
          <a:stretch/>
        </a:blipFill>
        <a:ln>
          <a:noFill/>
        </a:ln>
        <a:effectLst/>
      </dsp:spPr>
      <dsp:style>
        <a:lnRef idx="0">
          <a:scrgbClr r="0" g="0" b="0"/>
        </a:lnRef>
        <a:fillRef idx="3">
          <a:scrgbClr r="0" g="0" b="0"/>
        </a:fillRef>
        <a:effectRef idx="2">
          <a:scrgbClr r="0" g="0" b="0"/>
        </a:effectRef>
        <a:fontRef idx="minor">
          <a:schemeClr val="lt1"/>
        </a:fontRef>
      </dsp:style>
    </dsp:sp>
    <dsp:sp modelId="{6F8FBCD7-D34A-4B2C-A01B-7E2780D1E979}">
      <dsp:nvSpPr>
        <dsp:cNvPr id="0" name=""/>
        <dsp:cNvSpPr/>
      </dsp:nvSpPr>
      <dsp:spPr>
        <a:xfrm>
          <a:off x="1542688" y="0"/>
          <a:ext cx="8514330" cy="340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Approval Rate Comparison</a:t>
          </a:r>
        </a:p>
      </dsp:txBody>
      <dsp:txXfrm>
        <a:off x="1542688" y="0"/>
        <a:ext cx="8514330" cy="340610"/>
      </dsp:txXfrm>
    </dsp:sp>
    <dsp:sp modelId="{AD489BCD-C5FC-4C24-8BD2-1815E0ABBC1D}">
      <dsp:nvSpPr>
        <dsp:cNvPr id="0" name=""/>
        <dsp:cNvSpPr/>
      </dsp:nvSpPr>
      <dsp:spPr>
        <a:xfrm>
          <a:off x="1542688" y="340610"/>
          <a:ext cx="8514330" cy="1022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Approval Rate chart shows the proportion of positive classifications for males and females, indicating a slight advantage for females.</a:t>
          </a:r>
        </a:p>
      </dsp:txBody>
      <dsp:txXfrm>
        <a:off x="1542688" y="340610"/>
        <a:ext cx="8514330" cy="1022078"/>
      </dsp:txXfrm>
    </dsp:sp>
    <dsp:sp modelId="{7BFFA890-CA1A-48AC-9FE0-764942559929}">
      <dsp:nvSpPr>
        <dsp:cNvPr id="0" name=""/>
        <dsp:cNvSpPr/>
      </dsp:nvSpPr>
      <dsp:spPr>
        <a:xfrm>
          <a:off x="0" y="1471704"/>
          <a:ext cx="1362688" cy="1362688"/>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2458" r="10796" b="6"/>
          <a:stretch/>
        </a:blipFill>
        <a:ln>
          <a:noFill/>
        </a:ln>
        <a:effectLst/>
      </dsp:spPr>
      <dsp:style>
        <a:lnRef idx="0">
          <a:scrgbClr r="0" g="0" b="0"/>
        </a:lnRef>
        <a:fillRef idx="3">
          <a:scrgbClr r="0" g="0" b="0"/>
        </a:fillRef>
        <a:effectRef idx="2">
          <a:scrgbClr r="0" g="0" b="0"/>
        </a:effectRef>
        <a:fontRef idx="minor">
          <a:schemeClr val="lt1"/>
        </a:fontRef>
      </dsp:style>
    </dsp:sp>
    <dsp:sp modelId="{CC332A1F-56D6-4032-9E9D-3B30E10AF1E1}">
      <dsp:nvSpPr>
        <dsp:cNvPr id="0" name=""/>
        <dsp:cNvSpPr/>
      </dsp:nvSpPr>
      <dsp:spPr>
        <a:xfrm>
          <a:off x="1542688" y="1471704"/>
          <a:ext cx="8514330" cy="340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True Positive Rate Analysis</a:t>
          </a:r>
        </a:p>
      </dsp:txBody>
      <dsp:txXfrm>
        <a:off x="1542688" y="1471704"/>
        <a:ext cx="8514330" cy="340610"/>
      </dsp:txXfrm>
    </dsp:sp>
    <dsp:sp modelId="{A8C8D5A4-EA3F-4347-A58A-FA47DC53F1A1}">
      <dsp:nvSpPr>
        <dsp:cNvPr id="0" name=""/>
        <dsp:cNvSpPr/>
      </dsp:nvSpPr>
      <dsp:spPr>
        <a:xfrm>
          <a:off x="1542688" y="1812314"/>
          <a:ext cx="8514330" cy="1022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True Positive Rate chart illustrates the accuracy of positive predictions for each gender, showing near equal results.</a:t>
          </a:r>
        </a:p>
      </dsp:txBody>
      <dsp:txXfrm>
        <a:off x="1542688" y="1812314"/>
        <a:ext cx="8514330" cy="1022078"/>
      </dsp:txXfrm>
    </dsp:sp>
    <dsp:sp modelId="{337D7BF4-0572-47D9-9C7B-0F6CBEC7F099}">
      <dsp:nvSpPr>
        <dsp:cNvPr id="0" name=""/>
        <dsp:cNvSpPr/>
      </dsp:nvSpPr>
      <dsp:spPr>
        <a:xfrm>
          <a:off x="0" y="2943408"/>
          <a:ext cx="1362688" cy="1362688"/>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8882" r="4372" b="6"/>
          <a:stretch/>
        </a:blipFill>
        <a:ln>
          <a:noFill/>
        </a:ln>
        <a:effectLst/>
      </dsp:spPr>
      <dsp:style>
        <a:lnRef idx="0">
          <a:scrgbClr r="0" g="0" b="0"/>
        </a:lnRef>
        <a:fillRef idx="3">
          <a:scrgbClr r="0" g="0" b="0"/>
        </a:fillRef>
        <a:effectRef idx="2">
          <a:scrgbClr r="0" g="0" b="0"/>
        </a:effectRef>
        <a:fontRef idx="minor">
          <a:schemeClr val="lt1"/>
        </a:fontRef>
      </dsp:style>
    </dsp:sp>
    <dsp:sp modelId="{BCAC0AFF-3AD4-4FAA-B35B-44B39DDF9DC6}">
      <dsp:nvSpPr>
        <dsp:cNvPr id="0" name=""/>
        <dsp:cNvSpPr/>
      </dsp:nvSpPr>
      <dsp:spPr>
        <a:xfrm>
          <a:off x="1542688" y="2943408"/>
          <a:ext cx="8514330" cy="340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Visual Insights for Transparency</a:t>
          </a:r>
        </a:p>
      </dsp:txBody>
      <dsp:txXfrm>
        <a:off x="1542688" y="2943408"/>
        <a:ext cx="8514330" cy="340610"/>
      </dsp:txXfrm>
    </dsp:sp>
    <dsp:sp modelId="{56F2FA31-AB8C-43D3-BD25-4EE6A91D74A1}">
      <dsp:nvSpPr>
        <dsp:cNvPr id="0" name=""/>
        <dsp:cNvSpPr/>
      </dsp:nvSpPr>
      <dsp:spPr>
        <a:xfrm>
          <a:off x="1542688" y="3284018"/>
          <a:ext cx="8514330" cy="1022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Visuals complement statistical metrics to enhance stakeholder understanding and ensure analysis accessibility for all audiences.</a:t>
          </a:r>
        </a:p>
      </dsp:txBody>
      <dsp:txXfrm>
        <a:off x="1542688" y="3284018"/>
        <a:ext cx="8514330" cy="1022078"/>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12/10/2025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3617289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https://capeitinitiative-my.sharepoint.com/personal/olwethu_mahlaba_capaciti_org_za/Documents/Microsoft%20Copilot%20Chat%20Files/Group%20Project%20%20Bias%20Audit%20Report.pdf
Objectives and Scope
</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241673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https://capeitinitiative-my.sharepoint.com/personal/olwethu_mahlaba_capaciti_org_za/Documents/Microsoft%20Copilot%20Chat%20Files/Group%20Project%20%20Bias%20Audit%20Report.pdf
The Bias Audit project aims to identify and mitigate bias in a machine learning model using a structured approach. The primary objectives include selecting a dataset or model with potential bias, implementing multiple fairness metrics, and applying mitigation strategies to reduce disparities. This project emphasizes ethical considerations by connecting technical findings to real-world implications and creating a tailored ethics framework. The scope covers demographic analysis, statistical and visual representation of bias patterns, and performance comparison before and after mitigation. Deliverables include a reproducible analysis notebook, a concise presentation, and an ethics statement that aligns with AI fairness principles. The evaluation criteria focus on technical depth, clarity of visualizations, effectiveness of mitigation strategies, and accessibility for both technical and non-technical audiences.
</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3232583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https://capeitinitiative-my.sharepoint.com/personal/olwethu_mahlaba_capaciti_org_za/Documents/Microsoft%20Copilot%20Chat%20Files/Bias_Audit_Report%20-%20Colab.pdf
Healthcare Dataset and Logistic Regression Model
</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593477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https://capeitinitiative-my.sharepoint.com/personal/olwethu_mahlaba_capaciti_org_za/Documents/Microsoft%20Copilot%20Chat%20Files/Bias_Audit_Report%20-%20Colab.pdf
The dataset used in this audit is the Breast Cancer dataset, which was augmented with a gender attribute to simulate demographic variation. This dataset includes features such as mean radius, texture, perimeter, area, and other medical indicators relevant to cancer diagnosis. The target variable represents the classification of malignant versus benign cases. A Logistic Regression model was chosen for its interpretability and suitability for binary classification tasks. The data was preprocessed using standard scaling and one-hot encoding for categorical variables. The dataset was split into training and testing sets to ensure robust evaluation. This setup allowed for the calculation of fairness metrics across gender groups and provided a foundation for bias detection and mitigation strategies.
</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3756861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https://capeitinitiative-my.sharepoint.com/personal/olwethu_mahlaba_capaciti_org_za/Documents/Microsoft%20Copilot%20Chat%20Files/Bias_Audit_Report%20-%20Colab.pdf
Fairness Metrics and Observed Disparities
</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789901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https://capeitinitiative-my.sharepoint.com/personal/olwethu_mahlaba_capaciti_org_za/Documents/Microsoft%20Copilot%20Chat%20Files/Bias_Audit_Report%20-%20Colab.pdf
The bias audit revealed slight disparities between male and female groups in model predictions. Three key fairness metrics were calculated: Statistical Parity Difference (-0.045), Disparate Impact (1.075), and Equal Opportunity Difference (-0.002). These metrics indicate that while the model performs relatively consistently across genders, there are minor differences in approval rates and true positive rates. Statistical Parity Difference suggests a small gap in positive classification rates, while Disparate Impact shows that females have a slightly higher likelihood of positive outcomes compared to males. Equal Opportunity Difference indicates near parity in true positive rates. These findings highlight the importance of monitoring fairness even when disparities appear minimal, as they can compound in real-world applications.
</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3097689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https://capeitinitiative-my.sharepoint.com/personal/olwethu_mahlaba_capaciti_org_za/Documents/Microsoft%20Copilot%20Chat%20Files/Bias_Audit_Report%20-%20Colab.pdf
Charts Illustrating Bias Patterns
</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244430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https://capeitinitiative-my.sharepoint.com/personal/olwethu_mahlaba_capaciti_org_za/Documents/Microsoft%20Copilot%20Chat%20Files/Bias_Audit_Report%20-%20Colab.pdf
Visualizations provide an intuitive understanding of bias patterns across demographic groups. Two key charts were generated: Approval Rate by Gender and True Positive Rate by Gender. The Approval Rate chart compares the proportion of positive classifications for males and females, revealing a slight advantage for females. The True Positive Rate chart examines the accuracy of positive predictions for each gender, showing near parity. These visual insights complement statistical metrics and help stakeholders grasp the practical implications of bias. By presenting these charts alongside numerical results, the analysis ensures transparency and accessibility for diverse audiences, including those without technical backgrounds.
</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3729000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https://capeitinitiative-my.sharepoint.com/personal/olwethu_mahlaba_capaciti_org_za/Documents/Microsoft%20Copilot%20Chat%20Files/Bias_Audit_Report%20-%20Colab.pdf
Bias Mitigation Techniques and Impact
</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240210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https://capeitinitiative-my.sharepoint.com/personal/olwethu_mahlaba_capaciti_org_za/Documents/Microsoft%20Copilot%20Chat%20Files/Bias_Audit_Report%20-%20Colab.pdf
To address observed disparities, the Reweighing technique from the IBM AI Fairness 360 toolkit was applied. This preprocessing method adjusts instance weights to balance representation across demographic groups, reducing bias in model training. After mitigation, fairness metrics were recalculated to assess improvements. While accuracy remained stable, fairness indicators showed reduced disparities, demonstrating the effectiveness of the approach. This step underscores the importance of integrating bias mitigation into the machine learning pipeline, ensuring equitable outcomes without compromising performance. Future enhancements could include exploring additional techniques such as adversarial debiasing or incorporating fairness constraints during model optimization.
</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11167108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https://capeitinitiative-my.sharepoint.com/personal/olwethu_mahlaba_capaciti_org_za/Documents/Microsoft%20Copilot%20Chat%20Files/Group%20Project%20%20Bias%20Audit%20Report.pdf
Connecting Findings to AI Ethics Principles
</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28197393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https://capeitinitiative-my.sharepoint.com/personal/olwethu_mahlaba_capaciti_org_za/Documents/Microsoft%20Copilot%20Chat%20Files/Group%20Project%20%20Bias%20Audit%20Report.pdf
The ethical dimension of bias in machine learning extends beyond technical metrics to real-world consequences. Even minor disparities can lead to systemic disadvantages for certain groups, particularly in sensitive domains like healthcare. This project aligns with principles of fairness, accountability, and transparency by identifying bias, applying mitigation strategies, and communicating findings clearly. Recommendations include continuous monitoring of fairness metrics, incorporating diverse demographic data during model development, and engaging stakeholders in ethical decision-making. Establishing an ethics framework tailored to the use case ensures that technical solutions are grounded in societal values, promoting trust and equity in AI systems.
</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192522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and Future Directions</a:t>
            </a:r>
          </a:p>
        </p:txBody>
      </p:sp>
      <p:sp>
        <p:nvSpPr>
          <p:cNvPr id="4" name="Slide Number Placeholder 3"/>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28033996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Bias Audit project demonstrates a comprehensive approach to identifying and mitigating bias in machine learning models. Through quantitative metrics, visual analysis, and ethical reflection, the project highlights the importance of fairness in AI systems. While initial disparities were minor, proactive mitigation ensures equitable outcomes and builds trust in technology. Future work should explore advanced mitigation techniques, expand demographic representation, and integrate fairness considerations throughout the model lifecycle. By prioritizing ethical principles alongside technical performance, organizations can create AI solutions that serve all users fairly and responsibly.</a:t>
            </a:r>
          </a:p>
        </p:txBody>
      </p:sp>
      <p:sp>
        <p:nvSpPr>
          <p:cNvPr id="4" name="Slide Number Placeholder 3"/>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1015944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D356D-861B-1215-7331-E20866D6DD5E}"/>
              </a:ext>
            </a:extLst>
          </p:cNvPr>
          <p:cNvSpPr>
            <a:spLocks noGrp="1"/>
          </p:cNvSpPr>
          <p:nvPr>
            <p:ph type="ctrTitle"/>
          </p:nvPr>
        </p:nvSpPr>
        <p:spPr>
          <a:xfrm>
            <a:off x="1523997" y="1589044"/>
            <a:ext cx="9143978" cy="2075688"/>
          </a:xfrm>
        </p:spPr>
        <p:txBody>
          <a:bodyPr vert="horz" lIns="91440" tIns="45720" rIns="91440" bIns="45720" rtlCol="0" anchor="t">
            <a:noAutofit/>
          </a:bodyPr>
          <a:lstStyle>
            <a:lvl1pPr>
              <a:defRPr lang="en-US" sz="8000" dirty="0">
                <a:solidFill>
                  <a:schemeClr val="bg2"/>
                </a:solidFill>
              </a:defRPr>
            </a:lvl1pPr>
          </a:lstStyle>
          <a:p>
            <a:pPr lvl="0"/>
            <a:r>
              <a:rPr lang="en-US" dirty="0"/>
              <a:t>Click to edit Master title style</a:t>
            </a:r>
          </a:p>
        </p:txBody>
      </p:sp>
      <p:sp>
        <p:nvSpPr>
          <p:cNvPr id="25" name="Subtitle 2">
            <a:extLst>
              <a:ext uri="{FF2B5EF4-FFF2-40B4-BE49-F238E27FC236}">
                <a16:creationId xmlns:a16="http://schemas.microsoft.com/office/drawing/2014/main" id="{88E6D8A1-0938-C004-DFF5-861B4F29A7E0}"/>
              </a:ext>
            </a:extLst>
          </p:cNvPr>
          <p:cNvSpPr>
            <a:spLocks noGrp="1"/>
          </p:cNvSpPr>
          <p:nvPr>
            <p:ph type="subTitle" idx="1"/>
          </p:nvPr>
        </p:nvSpPr>
        <p:spPr>
          <a:xfrm>
            <a:off x="1523997" y="3869639"/>
            <a:ext cx="7315195" cy="1235761"/>
          </a:xfrm>
        </p:spPr>
        <p:txBody>
          <a:bodyPr vert="horz" lIns="91440" tIns="45720" rIns="91440" bIns="45720" rtlCol="0">
            <a:normAutofit/>
          </a:bodyPr>
          <a:lstStyle>
            <a:lvl1pPr marL="0" indent="0">
              <a:buNone/>
              <a:defRPr lang="en-US" sz="2000" dirty="0">
                <a:solidFill>
                  <a:schemeClr val="bg2"/>
                </a:solidFill>
              </a:defRPr>
            </a:lvl1pPr>
          </a:lstStyle>
          <a:p>
            <a:pPr lvl="0"/>
            <a:r>
              <a:rPr lang="en-US" dirty="0"/>
              <a:t>Click to edit Master subtitle style</a:t>
            </a:r>
          </a:p>
        </p:txBody>
      </p:sp>
      <p:sp>
        <p:nvSpPr>
          <p:cNvPr id="21" name="Slide Number Placeholder 4">
            <a:extLst>
              <a:ext uri="{FF2B5EF4-FFF2-40B4-BE49-F238E27FC236}">
                <a16:creationId xmlns:a16="http://schemas.microsoft.com/office/drawing/2014/main" id="{AF818358-7626-32BF-A8EE-D7F2254437C9}"/>
              </a:ext>
            </a:extLst>
          </p:cNvPr>
          <p:cNvSpPr>
            <a:spLocks noGrp="1"/>
          </p:cNvSpPr>
          <p:nvPr>
            <p:ph type="sldNum" sz="quarter" idx="12"/>
          </p:nvPr>
        </p:nvSpPr>
        <p:spPr>
          <a:xfrm>
            <a:off x="533400" y="685801"/>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23" name="Footer Placeholder 3">
            <a:extLst>
              <a:ext uri="{FF2B5EF4-FFF2-40B4-BE49-F238E27FC236}">
                <a16:creationId xmlns:a16="http://schemas.microsoft.com/office/drawing/2014/main" id="{D3F4769D-055E-8E4B-290C-8F2608C0BC2A}"/>
              </a:ext>
            </a:extLst>
          </p:cNvPr>
          <p:cNvSpPr>
            <a:spLocks noGrp="1"/>
          </p:cNvSpPr>
          <p:nvPr>
            <p:ph type="ftr" sz="quarter" idx="11"/>
          </p:nvPr>
        </p:nvSpPr>
        <p:spPr>
          <a:xfrm>
            <a:off x="1524000" y="6343955"/>
            <a:ext cx="2805405" cy="365125"/>
          </a:xfrm>
        </p:spPr>
        <p:txBody>
          <a:bodyPr/>
          <a:lstStyle>
            <a:lvl1pPr>
              <a:defRPr>
                <a:solidFill>
                  <a:schemeClr val="bg1"/>
                </a:solidFill>
              </a:defRPr>
            </a:lvl1pPr>
          </a:lstStyle>
          <a:p>
            <a:r>
              <a:rPr lang="en-US"/>
              <a:t>Sample Footer Text</a:t>
            </a:r>
          </a:p>
        </p:txBody>
      </p:sp>
      <p:sp>
        <p:nvSpPr>
          <p:cNvPr id="22" name="Date Placeholder 2">
            <a:extLst>
              <a:ext uri="{FF2B5EF4-FFF2-40B4-BE49-F238E27FC236}">
                <a16:creationId xmlns:a16="http://schemas.microsoft.com/office/drawing/2014/main" id="{0D41ECE3-FEE0-363A-B425-E164A1E387C2}"/>
              </a:ext>
            </a:extLst>
          </p:cNvPr>
          <p:cNvSpPr>
            <a:spLocks noGrp="1"/>
          </p:cNvSpPr>
          <p:nvPr>
            <p:ph type="dt" sz="half" idx="10"/>
          </p:nvPr>
        </p:nvSpPr>
        <p:spPr>
          <a:xfrm>
            <a:off x="9379756" y="6343955"/>
            <a:ext cx="2202644" cy="365125"/>
          </a:xfrm>
        </p:spPr>
        <p:txBody>
          <a:bodyPr/>
          <a:lstStyle>
            <a:lvl1pPr>
              <a:defRPr>
                <a:solidFill>
                  <a:schemeClr val="bg1"/>
                </a:solidFill>
              </a:defRPr>
            </a:lvl1pPr>
          </a:lstStyle>
          <a:p>
            <a:fld id="{4F1AC263-88EE-42CC-B640-B12BA856CF71}" type="datetime1">
              <a:rPr lang="en-US" smtClean="0"/>
              <a:pPr/>
              <a:t>12/10/2025</a:t>
            </a:fld>
            <a:endParaRPr lang="en-US"/>
          </a:p>
        </p:txBody>
      </p:sp>
      <p:cxnSp>
        <p:nvCxnSpPr>
          <p:cNvPr id="3" name="Straight Connector 2">
            <a:extLst>
              <a:ext uri="{FF2B5EF4-FFF2-40B4-BE49-F238E27FC236}">
                <a16:creationId xmlns:a16="http://schemas.microsoft.com/office/drawing/2014/main" id="{C0BB8C89-2CB9-D0AC-4BEE-45516E5D6BC9}"/>
              </a:ext>
              <a:ext uri="{C183D7F6-B498-43B3-948B-1728B52AA6E4}">
                <adec:decorative xmlns:adec="http://schemas.microsoft.com/office/drawing/2017/decorative" val="1"/>
              </a:ext>
            </a:extLst>
          </p:cNvPr>
          <p:cNvCxnSpPr>
            <a:cxnSpLocks/>
          </p:cNvCxnSpPr>
          <p:nvPr userDrawn="1"/>
        </p:nvCxnSpPr>
        <p:spPr>
          <a:xfrm>
            <a:off x="837603"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2BB9B49-C556-E3F9-50C4-2234D42B33EE}"/>
              </a:ext>
            </a:extLst>
          </p:cNvPr>
          <p:cNvGrpSpPr/>
          <p:nvPr userDrawn="1"/>
        </p:nvGrpSpPr>
        <p:grpSpPr>
          <a:xfrm flipV="1">
            <a:off x="11078040" y="5402762"/>
            <a:ext cx="504370" cy="544340"/>
            <a:chOff x="10917026" y="837879"/>
            <a:chExt cx="513774" cy="554490"/>
          </a:xfrm>
        </p:grpSpPr>
        <p:sp>
          <p:nvSpPr>
            <p:cNvPr id="6" name="Graphic 12">
              <a:extLst>
                <a:ext uri="{FF2B5EF4-FFF2-40B4-BE49-F238E27FC236}">
                  <a16:creationId xmlns:a16="http://schemas.microsoft.com/office/drawing/2014/main" id="{2D2403BB-DBC2-5950-1D8D-A9B06705A69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accent2"/>
                </a:solidFill>
              </a:endParaRPr>
            </a:p>
          </p:txBody>
        </p:sp>
        <p:sp>
          <p:nvSpPr>
            <p:cNvPr id="7" name="Graphic 13">
              <a:extLst>
                <a:ext uri="{FF2B5EF4-FFF2-40B4-BE49-F238E27FC236}">
                  <a16:creationId xmlns:a16="http://schemas.microsoft.com/office/drawing/2014/main" id="{60777C9B-E021-0520-B2BB-40C161F4012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accent2"/>
                </a:solidFill>
              </a:endParaRPr>
            </a:p>
          </p:txBody>
        </p:sp>
        <p:sp>
          <p:nvSpPr>
            <p:cNvPr id="8" name="Graphic 15">
              <a:extLst>
                <a:ext uri="{FF2B5EF4-FFF2-40B4-BE49-F238E27FC236}">
                  <a16:creationId xmlns:a16="http://schemas.microsoft.com/office/drawing/2014/main" id="{0F00FD82-5228-F8A7-9CBF-83D3A5769FB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7357190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409B4F68-0D75-979D-862C-4BA915655EBC}"/>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166274F4-CACA-1807-4344-CC206113F33E}"/>
              </a:ext>
            </a:extLst>
          </p:cNvPr>
          <p:cNvSpPr>
            <a:spLocks noGrp="1"/>
          </p:cNvSpPr>
          <p:nvPr>
            <p:ph type="title"/>
          </p:nvPr>
        </p:nvSpPr>
        <p:spPr>
          <a:xfrm>
            <a:off x="1524000" y="731520"/>
            <a:ext cx="10069483" cy="951766"/>
          </a:xfrm>
        </p:spPr>
        <p:txBody>
          <a:bodyPr anchor="b">
            <a:noAutofit/>
          </a:body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42362D5-E350-46C5-8BB1-F9E806A91933}" type="datetime1">
              <a:rPr lang="en-US" smtClean="0"/>
              <a:t>12/10/2025</a:t>
            </a:fld>
            <a:endParaRPr lang="en-US" dirty="0"/>
          </a:p>
        </p:txBody>
      </p:sp>
      <p:sp>
        <p:nvSpPr>
          <p:cNvPr id="19" name="Content Placeholder 7">
            <a:extLst>
              <a:ext uri="{FF2B5EF4-FFF2-40B4-BE49-F238E27FC236}">
                <a16:creationId xmlns:a16="http://schemas.microsoft.com/office/drawing/2014/main" id="{2BE2C27D-A45C-D805-CEC9-BD1962E88A0D}"/>
              </a:ext>
            </a:extLst>
          </p:cNvPr>
          <p:cNvSpPr>
            <a:spLocks noGrp="1"/>
          </p:cNvSpPr>
          <p:nvPr>
            <p:ph sz="quarter" idx="14"/>
          </p:nvPr>
        </p:nvSpPr>
        <p:spPr>
          <a:xfrm>
            <a:off x="1523999" y="1865430"/>
            <a:ext cx="10057019"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D1CFF0-9AC5-8F85-8BE0-1D00D8B339D0}"/>
              </a:ext>
            </a:extLst>
          </p:cNvPr>
          <p:cNvGrpSpPr/>
          <p:nvPr userDrawn="1"/>
        </p:nvGrpSpPr>
        <p:grpSpPr>
          <a:xfrm flipV="1">
            <a:off x="11078040" y="5402762"/>
            <a:ext cx="504370" cy="544340"/>
            <a:chOff x="10917026" y="837879"/>
            <a:chExt cx="513774" cy="554490"/>
          </a:xfrm>
        </p:grpSpPr>
        <p:sp>
          <p:nvSpPr>
            <p:cNvPr id="12" name="Graphic 12">
              <a:extLst>
                <a:ext uri="{FF2B5EF4-FFF2-40B4-BE49-F238E27FC236}">
                  <a16:creationId xmlns:a16="http://schemas.microsoft.com/office/drawing/2014/main" id="{DCF6343F-2BDC-BAF8-8771-D8F827586EC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3" name="Graphic 13">
              <a:extLst>
                <a:ext uri="{FF2B5EF4-FFF2-40B4-BE49-F238E27FC236}">
                  <a16:creationId xmlns:a16="http://schemas.microsoft.com/office/drawing/2014/main" id="{2FB9015E-5F4A-4EBB-F6F9-1AA06F9397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9" name="Graphic 15">
              <a:extLst>
                <a:ext uri="{FF2B5EF4-FFF2-40B4-BE49-F238E27FC236}">
                  <a16:creationId xmlns:a16="http://schemas.microsoft.com/office/drawing/2014/main" id="{BF86999F-09C8-4440-2B54-818C9F74E1E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7" name="Title 1">
            <a:extLst>
              <a:ext uri="{FF2B5EF4-FFF2-40B4-BE49-F238E27FC236}">
                <a16:creationId xmlns:a16="http://schemas.microsoft.com/office/drawing/2014/main" id="{18819DB6-C4B9-EEAC-9439-99B46B52A9F7}"/>
              </a:ext>
            </a:extLst>
          </p:cNvPr>
          <p:cNvSpPr>
            <a:spLocks noGrp="1"/>
          </p:cNvSpPr>
          <p:nvPr>
            <p:ph type="ctrTitle"/>
          </p:nvPr>
        </p:nvSpPr>
        <p:spPr>
          <a:xfrm>
            <a:off x="1523997" y="1589044"/>
            <a:ext cx="9143978" cy="2075688"/>
          </a:xfrm>
        </p:spPr>
        <p:txBody>
          <a:bodyPr vert="horz" lIns="91440" tIns="45720" rIns="91440" bIns="45720" rtlCol="0" anchor="t">
            <a:noAutofit/>
          </a:bodyPr>
          <a:lstStyle>
            <a:lvl1pPr>
              <a:defRPr lang="en-US" sz="8000" dirty="0">
                <a:solidFill>
                  <a:schemeClr val="tx2"/>
                </a:solidFill>
              </a:defRPr>
            </a:lvl1pPr>
          </a:lstStyle>
          <a:p>
            <a:pPr lvl="0"/>
            <a:r>
              <a:rPr lang="en-US" dirty="0"/>
              <a:t>Click to edit Master title style</a:t>
            </a:r>
          </a:p>
        </p:txBody>
      </p:sp>
      <p:sp>
        <p:nvSpPr>
          <p:cNvPr id="6" name="Subtitle 2">
            <a:extLst>
              <a:ext uri="{FF2B5EF4-FFF2-40B4-BE49-F238E27FC236}">
                <a16:creationId xmlns:a16="http://schemas.microsoft.com/office/drawing/2014/main" id="{E44E26EC-3B2F-89C4-929E-5B4C7D8E8C37}"/>
              </a:ext>
            </a:extLst>
          </p:cNvPr>
          <p:cNvSpPr>
            <a:spLocks noGrp="1"/>
          </p:cNvSpPr>
          <p:nvPr>
            <p:ph type="subTitle" idx="1"/>
          </p:nvPr>
        </p:nvSpPr>
        <p:spPr>
          <a:xfrm>
            <a:off x="1523997" y="3869639"/>
            <a:ext cx="7315195" cy="1235761"/>
          </a:xfrm>
        </p:spPr>
        <p:txBody>
          <a:bodyPr vert="horz" lIns="91440" tIns="45720" rIns="91440" bIns="45720" rtlCol="0">
            <a:normAutofit/>
          </a:bodyPr>
          <a:lstStyle>
            <a:lvl1pPr marL="0" indent="0">
              <a:buNone/>
              <a:defRPr lang="en-US" sz="2000" dirty="0">
                <a:solidFill>
                  <a:schemeClr val="tx2"/>
                </a:solidFill>
              </a:defRPr>
            </a:lvl1pPr>
          </a:lstStyle>
          <a:p>
            <a:pPr lvl="0"/>
            <a:r>
              <a:rPr lang="en-US"/>
              <a:t>Click to edit Master subtitle style</a:t>
            </a:r>
          </a:p>
        </p:txBody>
      </p:sp>
      <p:sp>
        <p:nvSpPr>
          <p:cNvPr id="5" name="Slide Number Placeholder 4">
            <a:extLst>
              <a:ext uri="{FF2B5EF4-FFF2-40B4-BE49-F238E27FC236}">
                <a16:creationId xmlns:a16="http://schemas.microsoft.com/office/drawing/2014/main" id="{6AB9E877-9B18-A451-D98E-9CA0A584B78F}"/>
              </a:ext>
            </a:extLst>
          </p:cNvPr>
          <p:cNvSpPr>
            <a:spLocks noGrp="1"/>
          </p:cNvSpPr>
          <p:nvPr>
            <p:ph type="sldNum" sz="quarter" idx="12"/>
          </p:nvPr>
        </p:nvSpPr>
        <p:spPr>
          <a:xfrm>
            <a:off x="533400" y="685801"/>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10" name="Footer Placeholder 3">
            <a:extLst>
              <a:ext uri="{FF2B5EF4-FFF2-40B4-BE49-F238E27FC236}">
                <a16:creationId xmlns:a16="http://schemas.microsoft.com/office/drawing/2014/main" id="{1877CAE4-667F-32A6-E47D-42EFBEAAB6BC}"/>
              </a:ext>
            </a:extLst>
          </p:cNvPr>
          <p:cNvSpPr>
            <a:spLocks noGrp="1"/>
          </p:cNvSpPr>
          <p:nvPr>
            <p:ph type="ftr" sz="quarter" idx="11"/>
          </p:nvPr>
        </p:nvSpPr>
        <p:spPr>
          <a:xfrm>
            <a:off x="1524000" y="6343955"/>
            <a:ext cx="2805405" cy="365125"/>
          </a:xfrm>
        </p:spPr>
        <p:txBody>
          <a:bodyPr/>
          <a:lstStyle>
            <a:lvl1pPr>
              <a:defRPr>
                <a:solidFill>
                  <a:schemeClr val="bg1">
                    <a:lumMod val="65000"/>
                  </a:schemeClr>
                </a:solidFill>
              </a:defRPr>
            </a:lvl1pPr>
          </a:lstStyle>
          <a:p>
            <a:r>
              <a:rPr lang="en-US"/>
              <a:t>Sample Footer Text</a:t>
            </a:r>
          </a:p>
        </p:txBody>
      </p:sp>
      <p:sp>
        <p:nvSpPr>
          <p:cNvPr id="9" name="Date Placeholder 3">
            <a:extLst>
              <a:ext uri="{FF2B5EF4-FFF2-40B4-BE49-F238E27FC236}">
                <a16:creationId xmlns:a16="http://schemas.microsoft.com/office/drawing/2014/main" id="{27140891-D103-3E88-D570-8C8B20BA9F60}"/>
              </a:ext>
            </a:extLst>
          </p:cNvPr>
          <p:cNvSpPr>
            <a:spLocks noGrp="1"/>
          </p:cNvSpPr>
          <p:nvPr>
            <p:ph type="dt" sz="half" idx="10"/>
          </p:nvPr>
        </p:nvSpPr>
        <p:spPr>
          <a:xfrm>
            <a:off x="9379756" y="6343955"/>
            <a:ext cx="2202644" cy="365125"/>
          </a:xfrm>
        </p:spPr>
        <p:txBody>
          <a:bodyPr/>
          <a:lstStyle/>
          <a:p>
            <a:fld id="{9467FC12-63BB-4A63-9424-BFBF8E1D71D9}" type="datetime1">
              <a:rPr lang="en-US" smtClean="0"/>
              <a:t>12/10/2025</a:t>
            </a:fld>
            <a:endParaRPr lang="en-US"/>
          </a:p>
        </p:txBody>
      </p:sp>
      <p:cxnSp>
        <p:nvCxnSpPr>
          <p:cNvPr id="4" name="Straight Connector 3">
            <a:extLst>
              <a:ext uri="{FF2B5EF4-FFF2-40B4-BE49-F238E27FC236}">
                <a16:creationId xmlns:a16="http://schemas.microsoft.com/office/drawing/2014/main" id="{F703CA80-6DBA-3B73-6BFD-A60ABD65ECA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6E4F0D3D-A04C-F099-0546-411DF9406A39}"/>
              </a:ext>
            </a:extLst>
          </p:cNvPr>
          <p:cNvGrpSpPr/>
          <p:nvPr userDrawn="1"/>
        </p:nvGrpSpPr>
        <p:grpSpPr>
          <a:xfrm>
            <a:off x="11078040" y="685800"/>
            <a:ext cx="504370" cy="544340"/>
            <a:chOff x="10917026" y="837879"/>
            <a:chExt cx="513774" cy="554490"/>
          </a:xfrm>
        </p:grpSpPr>
        <p:sp>
          <p:nvSpPr>
            <p:cNvPr id="30" name="Graphic 12">
              <a:extLst>
                <a:ext uri="{FF2B5EF4-FFF2-40B4-BE49-F238E27FC236}">
                  <a16:creationId xmlns:a16="http://schemas.microsoft.com/office/drawing/2014/main" id="{EC673102-B70E-FEBF-D297-FC1C83D459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31" name="Graphic 13">
              <a:extLst>
                <a:ext uri="{FF2B5EF4-FFF2-40B4-BE49-F238E27FC236}">
                  <a16:creationId xmlns:a16="http://schemas.microsoft.com/office/drawing/2014/main" id="{0943C261-48FF-2C9A-8493-EA11792624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32" name="Graphic 15">
              <a:extLst>
                <a:ext uri="{FF2B5EF4-FFF2-40B4-BE49-F238E27FC236}">
                  <a16:creationId xmlns:a16="http://schemas.microsoft.com/office/drawing/2014/main" id="{322FF879-90E3-2ADF-6584-DD72AE6508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
        <p:nvSpPr>
          <p:cNvPr id="8" name="Title 1">
            <a:extLst>
              <a:ext uri="{FF2B5EF4-FFF2-40B4-BE49-F238E27FC236}">
                <a16:creationId xmlns:a16="http://schemas.microsoft.com/office/drawing/2014/main" id="{8CEC42AA-27BF-B007-BB04-09C8C9EC4AB7}"/>
              </a:ext>
            </a:extLst>
          </p:cNvPr>
          <p:cNvSpPr>
            <a:spLocks noGrp="1"/>
          </p:cNvSpPr>
          <p:nvPr>
            <p:ph type="ctrTitle"/>
          </p:nvPr>
        </p:nvSpPr>
        <p:spPr>
          <a:xfrm>
            <a:off x="693824" y="1821900"/>
            <a:ext cx="10058376" cy="2303329"/>
          </a:xfrm>
        </p:spPr>
        <p:txBody>
          <a:bodyPr vert="horz" lIns="91440" tIns="45720" rIns="91440" bIns="45720" rtlCol="0" anchor="b">
            <a:noAutofit/>
          </a:bodyPr>
          <a:lstStyle>
            <a:lvl1pPr>
              <a:defRPr lang="en-US" sz="8000" dirty="0">
                <a:solidFill>
                  <a:schemeClr val="bg2"/>
                </a:solidFill>
              </a:defRPr>
            </a:lvl1pPr>
          </a:lstStyle>
          <a:p>
            <a:pPr lvl="0"/>
            <a:r>
              <a:rPr lang="en-US" dirty="0"/>
              <a:t>Click to edit Master title style</a:t>
            </a:r>
          </a:p>
        </p:txBody>
      </p:sp>
      <p:sp>
        <p:nvSpPr>
          <p:cNvPr id="7" name="Subtitle 2">
            <a:extLst>
              <a:ext uri="{FF2B5EF4-FFF2-40B4-BE49-F238E27FC236}">
                <a16:creationId xmlns:a16="http://schemas.microsoft.com/office/drawing/2014/main" id="{2D02356A-0FAC-18A7-430E-172D662A1E14}"/>
              </a:ext>
            </a:extLst>
          </p:cNvPr>
          <p:cNvSpPr>
            <a:spLocks noGrp="1"/>
          </p:cNvSpPr>
          <p:nvPr>
            <p:ph type="subTitle" idx="1"/>
          </p:nvPr>
        </p:nvSpPr>
        <p:spPr>
          <a:xfrm>
            <a:off x="693824" y="4337220"/>
            <a:ext cx="8229593" cy="1235761"/>
          </a:xfrm>
        </p:spPr>
        <p:txBody>
          <a:bodyPr vert="horz" lIns="91440" tIns="45720" rIns="91440" bIns="45720" rtlCol="0">
            <a:normAutofit/>
          </a:bodyPr>
          <a:lstStyle>
            <a:lvl1pPr marL="0" indent="0">
              <a:buNone/>
              <a:defRPr lang="en-US" sz="2000" dirty="0">
                <a:solidFill>
                  <a:schemeClr val="bg2"/>
                </a:solidFill>
              </a:defRPr>
            </a:lvl1pPr>
          </a:lstStyle>
          <a:p>
            <a:pPr lvl="0"/>
            <a:r>
              <a:rPr lang="en-US" dirty="0"/>
              <a:t>Click to edit Master subtitle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93824" y="6343955"/>
            <a:ext cx="2805405" cy="365125"/>
          </a:xfrm>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D07A3B59-4DAC-4AFE-874D-3A86EC3801A0}" type="datetime1">
              <a:rPr lang="en-US" smtClean="0"/>
              <a:pPr/>
              <a:t>12/10/2025</a:t>
            </a:fld>
            <a:endParaRPr lang="en-US"/>
          </a:p>
        </p:txBody>
      </p:sp>
    </p:spTree>
    <p:extLst>
      <p:ext uri="{BB962C8B-B14F-4D97-AF65-F5344CB8AC3E}">
        <p14:creationId xmlns:p14="http://schemas.microsoft.com/office/powerpoint/2010/main" val="35946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F20381-B525-83E1-04F7-7B2CE07C8F86}"/>
              </a:ext>
            </a:extLst>
          </p:cNvPr>
          <p:cNvGrpSpPr/>
          <p:nvPr userDrawn="1"/>
        </p:nvGrpSpPr>
        <p:grpSpPr>
          <a:xfrm flipV="1">
            <a:off x="11235202" y="5833131"/>
            <a:ext cx="504370" cy="544340"/>
            <a:chOff x="10917026" y="837879"/>
            <a:chExt cx="513774" cy="554490"/>
          </a:xfrm>
        </p:grpSpPr>
        <p:sp>
          <p:nvSpPr>
            <p:cNvPr id="5" name="Graphic 12">
              <a:extLst>
                <a:ext uri="{FF2B5EF4-FFF2-40B4-BE49-F238E27FC236}">
                  <a16:creationId xmlns:a16="http://schemas.microsoft.com/office/drawing/2014/main" id="{7C03E215-D7FC-6286-2AF6-55828447FF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F78CD9B1-F8B0-4A64-3456-A9A2295574F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D09C6E38-7F48-9E76-2E6D-10B4D1EA1CE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6" name="Rectangle 5">
            <a:extLst>
              <a:ext uri="{FF2B5EF4-FFF2-40B4-BE49-F238E27FC236}">
                <a16:creationId xmlns:a16="http://schemas.microsoft.com/office/drawing/2014/main" id="{826C3ACE-E549-485B-A39D-BBF7B6FABE4F}"/>
              </a:ext>
              <a:ext uri="{C183D7F6-B498-43B3-948B-1728B52AA6E4}">
                <adec:decorative xmlns:adec="http://schemas.microsoft.com/office/drawing/2017/decorative" val="1"/>
              </a:ext>
            </a:extLst>
          </p:cNvPr>
          <p:cNvSpPr/>
          <p:nvPr userDrawn="1"/>
        </p:nvSpPr>
        <p:spPr>
          <a:xfrm>
            <a:off x="0" y="0"/>
            <a:ext cx="12192000" cy="4343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1" y="4830149"/>
            <a:ext cx="9973455" cy="938784"/>
          </a:xfrm>
        </p:spPr>
        <p:txBody>
          <a:bodyPr vert="horz" lIns="91440" tIns="45720" rIns="91440" bIns="45720" rtlCol="0" anchor="b">
            <a:noAutofit/>
          </a:bodyPr>
          <a:lstStyle>
            <a:lvl1pPr>
              <a:defRPr lang="en-US" sz="6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1" y="5799255"/>
            <a:ext cx="9973455" cy="457200"/>
          </a:xfrm>
        </p:spPr>
        <p:txBody>
          <a:bodyPr vert="horz" lIns="91440" tIns="45720" rIns="91440" bIns="45720" rtlCol="0">
            <a:noAutofit/>
          </a:bodyPr>
          <a:lstStyle>
            <a:lvl1pPr marL="0" indent="0">
              <a:buNone/>
              <a:defRPr lang="en-US" sz="2000" dirty="0"/>
            </a:lvl1pPr>
          </a:lstStyle>
          <a:p>
            <a:pPr lvl="0"/>
            <a:r>
              <a:rPr lang="en-US" dirty="0"/>
              <a:t>Click to edit Master subtitle style</a:t>
            </a:r>
          </a:p>
        </p:txBody>
      </p:sp>
      <p:sp>
        <p:nvSpPr>
          <p:cNvPr id="16" name="Picture Placeholder 15">
            <a:extLst>
              <a:ext uri="{FF2B5EF4-FFF2-40B4-BE49-F238E27FC236}">
                <a16:creationId xmlns:a16="http://schemas.microsoft.com/office/drawing/2014/main" id="{B32704EA-8361-E841-02ED-F3025E8FF334}"/>
              </a:ext>
            </a:extLst>
          </p:cNvPr>
          <p:cNvSpPr>
            <a:spLocks noGrp="1"/>
          </p:cNvSpPr>
          <p:nvPr>
            <p:ph type="pic" sz="quarter" idx="16" hasCustomPrompt="1"/>
          </p:nvPr>
        </p:nvSpPr>
        <p:spPr>
          <a:xfrm>
            <a:off x="304800" y="304801"/>
            <a:ext cx="11582398" cy="371704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609600" y="6343955"/>
            <a:ext cx="2805405" cy="365125"/>
          </a:xfrm>
        </p:spPr>
        <p:txBody>
          <a:bodyPr/>
          <a:lstStyle/>
          <a:p>
            <a:r>
              <a:rPr lang="en-US"/>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888334B-5C34-4E7E-A4B0-3A19575F6DD8}" type="datetime1">
              <a:rPr lang="en-US" smtClean="0"/>
              <a:t>12/10/2025</a:t>
            </a:fld>
            <a:endParaRPr lang="en-US"/>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CBEC1D1-7F98-857F-E339-B3A2319EE6EA}"/>
              </a:ext>
              <a:ext uri="{C183D7F6-B498-43B3-948B-1728B52AA6E4}">
                <adec:decorative xmlns:adec="http://schemas.microsoft.com/office/drawing/2017/decorative" val="1"/>
              </a:ext>
            </a:extLst>
          </p:cNvPr>
          <p:cNvSpPr/>
          <p:nvPr userDrawn="1"/>
        </p:nvSpPr>
        <p:spPr>
          <a:xfrm>
            <a:off x="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79A38D88-7881-D4FF-5259-971983942C32}"/>
              </a:ext>
            </a:extLst>
          </p:cNvPr>
          <p:cNvSpPr>
            <a:spLocks noGrp="1"/>
          </p:cNvSpPr>
          <p:nvPr>
            <p:ph type="ctrTitle"/>
          </p:nvPr>
        </p:nvSpPr>
        <p:spPr>
          <a:xfrm>
            <a:off x="4267200" y="1769161"/>
            <a:ext cx="7284046" cy="2428125"/>
          </a:xfrm>
        </p:spPr>
        <p:txBody>
          <a:bodyPr vert="horz" lIns="91440" tIns="45720" rIns="91440" bIns="45720" rtlCol="0" anchor="b">
            <a:noAutofit/>
          </a:bodyPr>
          <a:lstStyle>
            <a:lvl1pPr>
              <a:defRPr lang="en-US" sz="6000" dirty="0">
                <a:solidFill>
                  <a:schemeClr val="tx2"/>
                </a:solidFill>
              </a:defRPr>
            </a:lvl1pPr>
          </a:lstStyle>
          <a:p>
            <a:pPr lvl="0"/>
            <a:r>
              <a:rPr lang="en-US" dirty="0"/>
              <a:t>Click to edit Master title style</a:t>
            </a:r>
          </a:p>
        </p:txBody>
      </p:sp>
      <p:sp>
        <p:nvSpPr>
          <p:cNvPr id="17" name="Subtitle 2">
            <a:extLst>
              <a:ext uri="{FF2B5EF4-FFF2-40B4-BE49-F238E27FC236}">
                <a16:creationId xmlns:a16="http://schemas.microsoft.com/office/drawing/2014/main" id="{D3DF9455-AAB1-80EB-CDF7-31CB3D9C4307}"/>
              </a:ext>
            </a:extLst>
          </p:cNvPr>
          <p:cNvSpPr>
            <a:spLocks noGrp="1"/>
          </p:cNvSpPr>
          <p:nvPr>
            <p:ph type="subTitle" idx="1"/>
          </p:nvPr>
        </p:nvSpPr>
        <p:spPr>
          <a:xfrm>
            <a:off x="4267200" y="4343400"/>
            <a:ext cx="7284046" cy="854761"/>
          </a:xfrm>
        </p:spPr>
        <p:txBody>
          <a:bodyPr vert="horz" lIns="91440" tIns="45720" rIns="91440" bIns="45720" rtlCol="0">
            <a:normAutofit/>
          </a:bodyPr>
          <a:lstStyle>
            <a:lvl1pPr marL="0" indent="0">
              <a:buNone/>
              <a:defRPr lang="en-US" sz="2000" dirty="0">
                <a:solidFill>
                  <a:schemeClr val="tx2"/>
                </a:solidFill>
              </a:defRPr>
            </a:lvl1pPr>
          </a:lstStyle>
          <a:p>
            <a:pPr lvl="0"/>
            <a:r>
              <a:rPr lang="en-US" dirty="0"/>
              <a:t>Click to edit Master subtitle style</a:t>
            </a:r>
          </a:p>
        </p:txBody>
      </p:sp>
      <p:sp>
        <p:nvSpPr>
          <p:cNvPr id="9" name="Picture Placeholder 19">
            <a:extLst>
              <a:ext uri="{FF2B5EF4-FFF2-40B4-BE49-F238E27FC236}">
                <a16:creationId xmlns:a16="http://schemas.microsoft.com/office/drawing/2014/main" id="{A4A48233-ADB1-E408-3C24-5E94AFF439AB}"/>
              </a:ext>
            </a:extLst>
          </p:cNvPr>
          <p:cNvSpPr>
            <a:spLocks noGrp="1"/>
          </p:cNvSpPr>
          <p:nvPr>
            <p:ph type="pic" sz="quarter" idx="13" hasCustomPrompt="1"/>
          </p:nvPr>
        </p:nvSpPr>
        <p:spPr>
          <a:xfrm>
            <a:off x="301752" y="301752"/>
            <a:ext cx="2749296" cy="625144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Footer Placeholder 4">
            <a:extLst>
              <a:ext uri="{FF2B5EF4-FFF2-40B4-BE49-F238E27FC236}">
                <a16:creationId xmlns:a16="http://schemas.microsoft.com/office/drawing/2014/main" id="{0FC87D7A-0527-A5E3-DEA8-D71F5745AAD8}"/>
              </a:ext>
            </a:extLst>
          </p:cNvPr>
          <p:cNvSpPr>
            <a:spLocks noGrp="1"/>
          </p:cNvSpPr>
          <p:nvPr>
            <p:ph type="ftr" sz="quarter" idx="11"/>
          </p:nvPr>
        </p:nvSpPr>
        <p:spPr>
          <a:xfrm>
            <a:off x="4267200" y="6343955"/>
            <a:ext cx="2100482" cy="365125"/>
          </a:xfrm>
        </p:spPr>
        <p:txBody>
          <a:bodyPr/>
          <a:lstStyle/>
          <a:p>
            <a:r>
              <a:rPr lang="en-US"/>
              <a:t>Sample Footer Text</a:t>
            </a:r>
          </a:p>
        </p:txBody>
      </p:sp>
      <p:sp>
        <p:nvSpPr>
          <p:cNvPr id="12" name="Date Placeholder 3">
            <a:extLst>
              <a:ext uri="{FF2B5EF4-FFF2-40B4-BE49-F238E27FC236}">
                <a16:creationId xmlns:a16="http://schemas.microsoft.com/office/drawing/2014/main" id="{EAFB5A47-E72D-BB4C-9268-E49FA4142890}"/>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1F92EF8E-B9EB-49F8-83E1-F362FA442011}" type="datetime1">
              <a:rPr lang="en-US" smtClean="0"/>
              <a:t>12/10/2025</a:t>
            </a:fld>
            <a:endParaRPr lang="en-US"/>
          </a:p>
        </p:txBody>
      </p:sp>
      <p:sp>
        <p:nvSpPr>
          <p:cNvPr id="15" name="Slide Number Placeholder 5">
            <a:extLst>
              <a:ext uri="{FF2B5EF4-FFF2-40B4-BE49-F238E27FC236}">
                <a16:creationId xmlns:a16="http://schemas.microsoft.com/office/drawing/2014/main" id="{F81D0EA0-A326-A851-B642-A4EBACBE84A9}"/>
              </a:ext>
            </a:extLst>
          </p:cNvPr>
          <p:cNvSpPr>
            <a:spLocks noGrp="1"/>
          </p:cNvSpPr>
          <p:nvPr>
            <p:ph type="sldNum" sz="quarter" idx="12"/>
          </p:nvPr>
        </p:nvSpPr>
        <p:spPr>
          <a:xfrm>
            <a:off x="11125200" y="6343954"/>
            <a:ext cx="765048" cy="365125"/>
          </a:xfrm>
        </p:spPr>
        <p:txBody>
          <a:bodyPr/>
          <a:lstStyle/>
          <a:p>
            <a:fld id="{AEAA3239-9EA4-4A65-A281-97F994456D9F}" type="slidenum">
              <a:rPr lang="en-US" smtClean="0"/>
              <a:t>‹#›</a:t>
            </a:fld>
            <a:endParaRPr lang="en-US"/>
          </a:p>
        </p:txBody>
      </p:sp>
      <p:grpSp>
        <p:nvGrpSpPr>
          <p:cNvPr id="2" name="Group 1">
            <a:extLst>
              <a:ext uri="{FF2B5EF4-FFF2-40B4-BE49-F238E27FC236}">
                <a16:creationId xmlns:a16="http://schemas.microsoft.com/office/drawing/2014/main" id="{5E27C3E2-72C1-ED26-913F-2FCD5587A1C7}"/>
              </a:ext>
            </a:extLst>
          </p:cNvPr>
          <p:cNvGrpSpPr/>
          <p:nvPr userDrawn="1"/>
        </p:nvGrpSpPr>
        <p:grpSpPr>
          <a:xfrm>
            <a:off x="11078040" y="685800"/>
            <a:ext cx="504370" cy="544340"/>
            <a:chOff x="10917026" y="837879"/>
            <a:chExt cx="513774" cy="554490"/>
          </a:xfrm>
        </p:grpSpPr>
        <p:sp>
          <p:nvSpPr>
            <p:cNvPr id="3" name="Graphic 12">
              <a:extLst>
                <a:ext uri="{FF2B5EF4-FFF2-40B4-BE49-F238E27FC236}">
                  <a16:creationId xmlns:a16="http://schemas.microsoft.com/office/drawing/2014/main" id="{0A0291D7-8E3C-9DCC-A2C8-949C23071F4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4" name="Graphic 13">
              <a:extLst>
                <a:ext uri="{FF2B5EF4-FFF2-40B4-BE49-F238E27FC236}">
                  <a16:creationId xmlns:a16="http://schemas.microsoft.com/office/drawing/2014/main" id="{453DCE66-88D3-8149-9CF0-EA784EF8B17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5" name="Graphic 15">
              <a:extLst>
                <a:ext uri="{FF2B5EF4-FFF2-40B4-BE49-F238E27FC236}">
                  <a16:creationId xmlns:a16="http://schemas.microsoft.com/office/drawing/2014/main" id="{1DAEC3CE-F5C2-42D8-A1C3-B668793E907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3">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181600" y="1769161"/>
            <a:ext cx="6369646" cy="2428125"/>
          </a:xfrm>
        </p:spPr>
        <p:txBody>
          <a:bodyPr vert="horz" lIns="91440" tIns="45720" rIns="91440" bIns="45720" rtlCol="0" anchor="b">
            <a:noAutofit/>
          </a:bodyPr>
          <a:lstStyle>
            <a:lvl1pPr>
              <a:defRPr lang="en-US" sz="6000" dirty="0">
                <a:solidFill>
                  <a:schemeClr val="bg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181600" y="4343400"/>
            <a:ext cx="6369646" cy="854761"/>
          </a:xfrm>
        </p:spPr>
        <p:txBody>
          <a:bodyPr vert="horz" lIns="91440" tIns="45720" rIns="91440" bIns="45720" rtlCol="0">
            <a:normAutofit/>
          </a:bodyPr>
          <a:lstStyle>
            <a:lvl1pPr marL="0" indent="0">
              <a:buNone/>
              <a:defRPr lang="en-US" sz="2000" dirty="0">
                <a:solidFill>
                  <a:schemeClr val="bg2"/>
                </a:solidFill>
              </a:defRPr>
            </a:lvl1pPr>
          </a:lstStyle>
          <a:p>
            <a:pPr lvl="0"/>
            <a:r>
              <a:rPr lang="en-US" dirty="0"/>
              <a:t>Click to edit Master subtitle style</a:t>
            </a:r>
          </a:p>
        </p:txBody>
      </p:sp>
      <p:sp>
        <p:nvSpPr>
          <p:cNvPr id="70" name="Picture Placeholder 18">
            <a:extLst>
              <a:ext uri="{FF2B5EF4-FFF2-40B4-BE49-F238E27FC236}">
                <a16:creationId xmlns:a16="http://schemas.microsoft.com/office/drawing/2014/main" id="{3E92F343-183A-6071-A6E3-2697714E7DE8}"/>
              </a:ext>
            </a:extLst>
          </p:cNvPr>
          <p:cNvSpPr>
            <a:spLocks noGrp="1"/>
          </p:cNvSpPr>
          <p:nvPr>
            <p:ph type="pic" sz="quarter" idx="14" hasCustomPrompt="1"/>
          </p:nvPr>
        </p:nvSpPr>
        <p:spPr>
          <a:xfrm>
            <a:off x="6179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dpi="0" rotWithShape="1">
            <a:blip r:embed="rId2">
              <a:alphaModFix amt="60000"/>
            </a:blip>
            <a:srcRect/>
            <a:stretch>
              <a:fillRect/>
            </a:stretch>
          </a:blipFill>
        </p:spPr>
        <p:txBody>
          <a:bodyPr wrap="square" tIns="914400" anchor="t">
            <a:noAutofit/>
          </a:bodyPr>
          <a:lstStyle>
            <a:lvl1pPr algn="ctr">
              <a:buNone/>
              <a:defRPr sz="1600" b="0" i="0">
                <a:solidFill>
                  <a:schemeClr val="tx1"/>
                </a:solidFill>
                <a:latin typeface="+mn-lt"/>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181600" y="6343955"/>
            <a:ext cx="2100482" cy="365125"/>
          </a:xfrm>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bg1"/>
                </a:solidFill>
                <a:effectLst/>
              </a:defRPr>
            </a:lvl1pPr>
          </a:lstStyle>
          <a:p>
            <a:fld id="{1F92EF8E-B9EB-49F8-83E1-F362FA442011}" type="datetime1">
              <a:rPr lang="en-US" smtClean="0"/>
              <a:pPr/>
              <a:t>12/10/2025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5200" y="6343954"/>
            <a:ext cx="426046" cy="365125"/>
          </a:xfrm>
        </p:spPr>
        <p:txBody>
          <a:bodyPr/>
          <a:lstStyle>
            <a:lvl1pPr>
              <a:defRPr>
                <a:solidFill>
                  <a:schemeClr val="bg1"/>
                </a:solidFill>
              </a:defRPr>
            </a:lvl1pPr>
          </a:lstStyle>
          <a:p>
            <a:fld id="{AEAA3239-9EA4-4A65-A281-97F994456D9F}" type="slidenum">
              <a:rPr lang="en-US" smtClean="0"/>
              <a:pPr/>
              <a:t>‹#›</a:t>
            </a:fld>
            <a:endParaRPr lang="en-US"/>
          </a:p>
        </p:txBody>
      </p:sp>
      <p:grpSp>
        <p:nvGrpSpPr>
          <p:cNvPr id="71" name="Group 70">
            <a:extLst>
              <a:ext uri="{FF2B5EF4-FFF2-40B4-BE49-F238E27FC236}">
                <a16:creationId xmlns:a16="http://schemas.microsoft.com/office/drawing/2014/main" id="{5A8391CE-6E5C-7F95-E4F6-CA031A7FE9EF}"/>
              </a:ext>
            </a:extLst>
          </p:cNvPr>
          <p:cNvGrpSpPr/>
          <p:nvPr userDrawn="1"/>
        </p:nvGrpSpPr>
        <p:grpSpPr>
          <a:xfrm flipH="1">
            <a:off x="609600" y="1691849"/>
            <a:ext cx="3202310" cy="3570866"/>
            <a:chOff x="8176980" y="837879"/>
            <a:chExt cx="3253820" cy="3628304"/>
          </a:xfrm>
        </p:grpSpPr>
        <p:sp>
          <p:nvSpPr>
            <p:cNvPr id="72" name="Graphic 12">
              <a:extLst>
                <a:ext uri="{FF2B5EF4-FFF2-40B4-BE49-F238E27FC236}">
                  <a16:creationId xmlns:a16="http://schemas.microsoft.com/office/drawing/2014/main" id="{315E782D-1B62-1A7E-F943-E562642DC89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73" name="Graphic 13">
              <a:extLst>
                <a:ext uri="{FF2B5EF4-FFF2-40B4-BE49-F238E27FC236}">
                  <a16:creationId xmlns:a16="http://schemas.microsoft.com/office/drawing/2014/main" id="{54E55328-6641-32F6-83DA-F7F67F53DA4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74" name="Graphic 15">
              <a:extLst>
                <a:ext uri="{FF2B5EF4-FFF2-40B4-BE49-F238E27FC236}">
                  <a16:creationId xmlns:a16="http://schemas.microsoft.com/office/drawing/2014/main" id="{E03230C5-4F41-A943-FEB0-AF14041F65A8}"/>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8F586E-F017-C86C-2A57-820E3F9C14C5}"/>
              </a:ext>
              <a:ext uri="{C183D7F6-B498-43B3-948B-1728B52AA6E4}">
                <adec:decorative xmlns:adec="http://schemas.microsoft.com/office/drawing/2017/decorative" val="1"/>
              </a:ext>
            </a:extLst>
          </p:cNvPr>
          <p:cNvSpPr/>
          <p:nvPr userDrawn="1"/>
        </p:nvSpPr>
        <p:spPr>
          <a:xfrm>
            <a:off x="883920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itle 1">
            <a:extLst>
              <a:ext uri="{FF2B5EF4-FFF2-40B4-BE49-F238E27FC236}">
                <a16:creationId xmlns:a16="http://schemas.microsoft.com/office/drawing/2014/main" id="{D244D47C-238B-4C58-A3EA-D08BC92B1454}"/>
              </a:ext>
            </a:extLst>
          </p:cNvPr>
          <p:cNvSpPr>
            <a:spLocks noGrp="1"/>
          </p:cNvSpPr>
          <p:nvPr>
            <p:ph type="ctrTitle"/>
          </p:nvPr>
        </p:nvSpPr>
        <p:spPr>
          <a:xfrm>
            <a:off x="731520" y="1769161"/>
            <a:ext cx="6347479" cy="2428125"/>
          </a:xfrm>
        </p:spPr>
        <p:txBody>
          <a:bodyPr vert="horz" lIns="91440" tIns="45720" rIns="91440" bIns="45720" rtlCol="0" anchor="b">
            <a:noAutofit/>
          </a:bodyPr>
          <a:lstStyle>
            <a:lvl1pPr>
              <a:defRPr lang="en-US" sz="6000" dirty="0">
                <a:solidFill>
                  <a:schemeClr val="tx2"/>
                </a:solidFill>
              </a:defRPr>
            </a:lvl1pPr>
          </a:lstStyle>
          <a:p>
            <a:pPr lvl="0"/>
            <a:r>
              <a:rPr lang="en-US" dirty="0"/>
              <a:t>Click to edit Master title style</a:t>
            </a:r>
          </a:p>
        </p:txBody>
      </p:sp>
      <p:sp>
        <p:nvSpPr>
          <p:cNvPr id="43" name="Subtitle 2">
            <a:extLst>
              <a:ext uri="{FF2B5EF4-FFF2-40B4-BE49-F238E27FC236}">
                <a16:creationId xmlns:a16="http://schemas.microsoft.com/office/drawing/2014/main" id="{BE024BDA-EDE4-950C-5CAA-808A8A9709BC}"/>
              </a:ext>
            </a:extLst>
          </p:cNvPr>
          <p:cNvSpPr>
            <a:spLocks noGrp="1"/>
          </p:cNvSpPr>
          <p:nvPr>
            <p:ph type="subTitle" idx="1"/>
          </p:nvPr>
        </p:nvSpPr>
        <p:spPr>
          <a:xfrm>
            <a:off x="731520" y="4343400"/>
            <a:ext cx="6347479" cy="854761"/>
          </a:xfrm>
        </p:spPr>
        <p:txBody>
          <a:bodyPr vert="horz" lIns="91440" tIns="45720" rIns="91440" bIns="45720" rtlCol="0">
            <a:normAutofit/>
          </a:bodyPr>
          <a:lstStyle>
            <a:lvl1pPr marL="0" indent="0">
              <a:buNone/>
              <a:defRPr lang="en-US" sz="2000" dirty="0">
                <a:solidFill>
                  <a:schemeClr val="tx2"/>
                </a:solidFill>
              </a:defRPr>
            </a:lvl1pPr>
          </a:lstStyle>
          <a:p>
            <a:pPr lvl="0"/>
            <a:r>
              <a:rPr lang="en-US" dirty="0"/>
              <a:t>Click to edit Master subtitle style</a:t>
            </a:r>
          </a:p>
        </p:txBody>
      </p:sp>
      <p:sp>
        <p:nvSpPr>
          <p:cNvPr id="15" name="Footer Placeholder 4">
            <a:extLst>
              <a:ext uri="{FF2B5EF4-FFF2-40B4-BE49-F238E27FC236}">
                <a16:creationId xmlns:a16="http://schemas.microsoft.com/office/drawing/2014/main" id="{510A432B-FC47-3A7E-9BC1-E978613FF7DE}"/>
              </a:ext>
            </a:extLst>
          </p:cNvPr>
          <p:cNvSpPr>
            <a:spLocks noGrp="1"/>
          </p:cNvSpPr>
          <p:nvPr>
            <p:ph type="ftr" sz="quarter" idx="11"/>
          </p:nvPr>
        </p:nvSpPr>
        <p:spPr>
          <a:xfrm>
            <a:off x="731520" y="6343955"/>
            <a:ext cx="2100482" cy="365125"/>
          </a:xfrm>
        </p:spPr>
        <p:txBody>
          <a:bodyPr/>
          <a:lstStyle/>
          <a:p>
            <a:r>
              <a:rPr lang="en-US" dirty="0"/>
              <a:t>Sample Footer Text</a:t>
            </a:r>
          </a:p>
        </p:txBody>
      </p:sp>
      <p:sp>
        <p:nvSpPr>
          <p:cNvPr id="14" name="Date Placeholder 3">
            <a:extLst>
              <a:ext uri="{FF2B5EF4-FFF2-40B4-BE49-F238E27FC236}">
                <a16:creationId xmlns:a16="http://schemas.microsoft.com/office/drawing/2014/main" id="{8D6EF6E2-A99D-ACAA-9484-72812FEC3935}"/>
              </a:ext>
            </a:extLst>
          </p:cNvPr>
          <p:cNvSpPr>
            <a:spLocks noGrp="1"/>
          </p:cNvSpPr>
          <p:nvPr>
            <p:ph type="dt" sz="half" idx="10"/>
          </p:nvPr>
        </p:nvSpPr>
        <p:spPr>
          <a:xfrm>
            <a:off x="5961283" y="6343955"/>
            <a:ext cx="1475163" cy="365125"/>
          </a:xfrm>
        </p:spPr>
        <p:txBody>
          <a:bodyPr/>
          <a:lstStyle>
            <a:lvl1pPr>
              <a:defRPr>
                <a:solidFill>
                  <a:schemeClr val="bg1">
                    <a:lumMod val="65000"/>
                  </a:schemeClr>
                </a:solidFill>
                <a:effectLst/>
              </a:defRPr>
            </a:lvl1pPr>
          </a:lstStyle>
          <a:p>
            <a:fld id="{1F92EF8E-B9EB-49F8-83E1-F362FA442011}" type="datetime1">
              <a:rPr lang="en-US" smtClean="0"/>
              <a:pPr/>
              <a:t>12/10/2025</a:t>
            </a:fld>
            <a:endParaRPr lang="en-US"/>
          </a:p>
        </p:txBody>
      </p:sp>
      <p:sp>
        <p:nvSpPr>
          <p:cNvPr id="16" name="Slide Number Placeholder 5">
            <a:extLst>
              <a:ext uri="{FF2B5EF4-FFF2-40B4-BE49-F238E27FC236}">
                <a16:creationId xmlns:a16="http://schemas.microsoft.com/office/drawing/2014/main" id="{39676F7D-66A2-EA10-9616-F088F9350101}"/>
              </a:ext>
            </a:extLst>
          </p:cNvPr>
          <p:cNvSpPr>
            <a:spLocks noGrp="1"/>
          </p:cNvSpPr>
          <p:nvPr>
            <p:ph type="sldNum" sz="quarter" idx="12"/>
          </p:nvPr>
        </p:nvSpPr>
        <p:spPr>
          <a:xfrm>
            <a:off x="7467600" y="6343954"/>
            <a:ext cx="774700" cy="365125"/>
          </a:xfrm>
        </p:spPr>
        <p:txBody>
          <a:bodyPr/>
          <a:lstStyle/>
          <a:p>
            <a:fld id="{AEAA3239-9EA4-4A65-A281-97F994456D9F}" type="slidenum">
              <a:rPr lang="en-US" smtClean="0"/>
              <a:t>‹#›</a:t>
            </a:fld>
            <a:endParaRPr lang="en-US"/>
          </a:p>
        </p:txBody>
      </p:sp>
      <p:sp>
        <p:nvSpPr>
          <p:cNvPr id="20" name="Picture Placeholder 19">
            <a:extLst>
              <a:ext uri="{FF2B5EF4-FFF2-40B4-BE49-F238E27FC236}">
                <a16:creationId xmlns:a16="http://schemas.microsoft.com/office/drawing/2014/main" id="{1998C3BB-EB5A-C967-7413-4881360325BB}"/>
              </a:ext>
            </a:extLst>
          </p:cNvPr>
          <p:cNvSpPr>
            <a:spLocks noGrp="1"/>
          </p:cNvSpPr>
          <p:nvPr>
            <p:ph type="pic" sz="quarter" idx="13" hasCustomPrompt="1"/>
          </p:nvPr>
        </p:nvSpPr>
        <p:spPr>
          <a:xfrm>
            <a:off x="9140952" y="301752"/>
            <a:ext cx="2749296" cy="6251447"/>
          </a:xfrm>
          <a:blipFill>
            <a:blip r:embed="rId2">
              <a:alphaModFix amt="60000"/>
            </a:blip>
            <a:stretch>
              <a:fillRect/>
            </a:stretch>
          </a:blipFill>
        </p:spPr>
        <p:txBody>
          <a:bodyPr/>
          <a:lstStyle>
            <a:lvl1pPr marL="0" indent="0">
              <a:buNone/>
              <a:defRPr/>
            </a:lvl1pPr>
          </a:lstStyle>
          <a:p>
            <a:r>
              <a:rPr lang="en-US" dirty="0"/>
              <a:t>   </a:t>
            </a:r>
          </a:p>
        </p:txBody>
      </p:sp>
      <p:grpSp>
        <p:nvGrpSpPr>
          <p:cNvPr id="2" name="Group 1">
            <a:extLst>
              <a:ext uri="{FF2B5EF4-FFF2-40B4-BE49-F238E27FC236}">
                <a16:creationId xmlns:a16="http://schemas.microsoft.com/office/drawing/2014/main" id="{D4D53FBB-137B-8B8C-BD58-9D583E67E9FA}"/>
              </a:ext>
            </a:extLst>
          </p:cNvPr>
          <p:cNvGrpSpPr/>
          <p:nvPr userDrawn="1"/>
        </p:nvGrpSpPr>
        <p:grpSpPr>
          <a:xfrm flipH="1">
            <a:off x="609221" y="685800"/>
            <a:ext cx="504370" cy="544340"/>
            <a:chOff x="10917026" y="837879"/>
            <a:chExt cx="513774" cy="554490"/>
          </a:xfrm>
        </p:grpSpPr>
        <p:sp>
          <p:nvSpPr>
            <p:cNvPr id="3" name="Graphic 12">
              <a:extLst>
                <a:ext uri="{FF2B5EF4-FFF2-40B4-BE49-F238E27FC236}">
                  <a16:creationId xmlns:a16="http://schemas.microsoft.com/office/drawing/2014/main" id="{57C7E1E0-3774-C52E-FF3F-276DC7254D7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5" name="Graphic 13">
              <a:extLst>
                <a:ext uri="{FF2B5EF4-FFF2-40B4-BE49-F238E27FC236}">
                  <a16:creationId xmlns:a16="http://schemas.microsoft.com/office/drawing/2014/main" id="{A35855F0-4BF9-780B-F9E5-C3B812086A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6" name="Graphic 15">
              <a:extLst>
                <a:ext uri="{FF2B5EF4-FFF2-40B4-BE49-F238E27FC236}">
                  <a16:creationId xmlns:a16="http://schemas.microsoft.com/office/drawing/2014/main" id="{1739F853-03FD-59DE-48A2-690D0CBD69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457919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4001" y="836955"/>
            <a:ext cx="5943600" cy="4649446"/>
          </a:xfrm>
        </p:spPr>
        <p:txBody>
          <a:bodyPr vert="horz" lIns="91440" tIns="45720" rIns="91440" bIns="45720" rtlCol="0" anchor="b">
            <a:normAutofit/>
          </a:bodyPr>
          <a:lstStyle>
            <a:lvl1pPr>
              <a:defRPr lang="en-US" sz="8000" dirty="0"/>
            </a:lvl1pPr>
          </a:lstStyle>
          <a:p>
            <a:pPr lvl="0"/>
            <a:r>
              <a:rPr lang="en-US" dirty="0"/>
              <a:t>Section Header</a:t>
            </a:r>
          </a:p>
        </p:txBody>
      </p:sp>
      <p:sp>
        <p:nvSpPr>
          <p:cNvPr id="8" name="Slide Number Placeholder 7">
            <a:extLst>
              <a:ext uri="{FF2B5EF4-FFF2-40B4-BE49-F238E27FC236}">
                <a16:creationId xmlns:a16="http://schemas.microsoft.com/office/drawing/2014/main" id="{90F72D20-20C9-383E-9178-0772F0E1F3DE}"/>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7" name="Footer Placeholder 6">
            <a:extLst>
              <a:ext uri="{FF2B5EF4-FFF2-40B4-BE49-F238E27FC236}">
                <a16:creationId xmlns:a16="http://schemas.microsoft.com/office/drawing/2014/main" id="{0F88A337-5DA0-D43A-9171-0BE54F3B986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DE5E48CF-6B97-2628-4E35-BBA37CF30176}"/>
              </a:ext>
            </a:extLst>
          </p:cNvPr>
          <p:cNvSpPr>
            <a:spLocks noGrp="1"/>
          </p:cNvSpPr>
          <p:nvPr>
            <p:ph type="dt" sz="half" idx="10"/>
          </p:nvPr>
        </p:nvSpPr>
        <p:spPr/>
        <p:txBody>
          <a:bodyPr/>
          <a:lstStyle>
            <a:lvl1pPr>
              <a:defRPr>
                <a:solidFill>
                  <a:schemeClr val="tx1"/>
                </a:solidFill>
              </a:defRPr>
            </a:lvl1pPr>
          </a:lstStyle>
          <a:p>
            <a:fld id="{7DF4F7BB-A1DF-4BD2-8D5B-CA9EB40127CE}" type="datetime1">
              <a:rPr lang="en-US" smtClean="0"/>
              <a:pPr/>
              <a:t>12/10/2025</a:t>
            </a:fld>
            <a:endParaRPr lang="en-US"/>
          </a:p>
        </p:txBody>
      </p:sp>
      <p:grpSp>
        <p:nvGrpSpPr>
          <p:cNvPr id="4" name="Group 3">
            <a:extLst>
              <a:ext uri="{FF2B5EF4-FFF2-40B4-BE49-F238E27FC236}">
                <a16:creationId xmlns:a16="http://schemas.microsoft.com/office/drawing/2014/main" id="{AD6A6A97-47D8-2732-5480-7A10088EEECA}"/>
              </a:ext>
            </a:extLst>
          </p:cNvPr>
          <p:cNvGrpSpPr/>
          <p:nvPr userDrawn="1"/>
        </p:nvGrpSpPr>
        <p:grpSpPr>
          <a:xfrm>
            <a:off x="11078040" y="685800"/>
            <a:ext cx="504370" cy="544340"/>
            <a:chOff x="10917026" y="837879"/>
            <a:chExt cx="513774" cy="554490"/>
          </a:xfrm>
        </p:grpSpPr>
        <p:sp>
          <p:nvSpPr>
            <p:cNvPr id="5" name="Graphic 12">
              <a:extLst>
                <a:ext uri="{FF2B5EF4-FFF2-40B4-BE49-F238E27FC236}">
                  <a16:creationId xmlns:a16="http://schemas.microsoft.com/office/drawing/2014/main" id="{F1A8C0CF-15BB-E48E-84A2-FED587711EC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6" name="Graphic 13">
              <a:extLst>
                <a:ext uri="{FF2B5EF4-FFF2-40B4-BE49-F238E27FC236}">
                  <a16:creationId xmlns:a16="http://schemas.microsoft.com/office/drawing/2014/main" id="{B930F6D1-9019-A076-D0C4-525F4D513B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0" name="Graphic 15">
              <a:extLst>
                <a:ext uri="{FF2B5EF4-FFF2-40B4-BE49-F238E27FC236}">
                  <a16:creationId xmlns:a16="http://schemas.microsoft.com/office/drawing/2014/main" id="{8041F824-3F05-4F8D-88F1-6EC99B0D8E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cxnSp>
        <p:nvCxnSpPr>
          <p:cNvPr id="11" name="Straight Connector 10">
            <a:extLst>
              <a:ext uri="{FF2B5EF4-FFF2-40B4-BE49-F238E27FC236}">
                <a16:creationId xmlns:a16="http://schemas.microsoft.com/office/drawing/2014/main" id="{5CF65C86-0B12-5A0A-5722-290568B81842}"/>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9652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523999" y="903862"/>
            <a:ext cx="8229589" cy="1534537"/>
          </a:xfrm>
        </p:spPr>
        <p:txBody>
          <a:bodyPr anchor="b">
            <a:normAutofit/>
          </a:bodyPr>
          <a:lstStyle>
            <a:lvl1pPr>
              <a:defRPr sz="6000">
                <a:solidFill>
                  <a:schemeClr val="bg2"/>
                </a:solidFill>
              </a:defRPr>
            </a:lvl1pPr>
          </a:lstStyle>
          <a:p>
            <a:r>
              <a:rPr lang="en-US" dirty="0"/>
              <a:t>Agenda</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533400" y="685801"/>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7048" y="2971800"/>
            <a:ext cx="8229603" cy="3200399"/>
          </a:xfrm>
        </p:spPr>
        <p:txBody>
          <a:bodyPr>
            <a:normAutofit/>
          </a:bodyPr>
          <a:lstStyle>
            <a:lvl1pPr marL="457200" indent="-457200">
              <a:buFont typeface="+mj-lt"/>
              <a:buAutoNum type="arabicPeriod"/>
              <a:defRPr sz="1800">
                <a:solidFill>
                  <a:schemeClr val="bg1"/>
                </a:solidFill>
              </a:defRPr>
            </a:lvl1pPr>
            <a:lvl2pPr marL="685800" indent="-457200">
              <a:buFont typeface="+mj-lt"/>
              <a:buAutoNum type="arabicPeriod"/>
              <a:defRPr sz="1600">
                <a:solidFill>
                  <a:schemeClr val="bg1"/>
                </a:solidFill>
              </a:defRPr>
            </a:lvl2pPr>
            <a:lvl3pPr marL="800100" indent="-342900">
              <a:buFont typeface="+mj-lt"/>
              <a:buAutoNum type="arabicPeriod"/>
              <a:defRPr sz="1400">
                <a:solidFill>
                  <a:schemeClr val="bg1"/>
                </a:solidFill>
              </a:defRPr>
            </a:lvl3pPr>
            <a:lvl4pPr marL="1028700" indent="-342900">
              <a:buFont typeface="+mj-lt"/>
              <a:buAutoNum type="arabicPeriod"/>
              <a:defRPr sz="1400">
                <a:solidFill>
                  <a:schemeClr val="bg1"/>
                </a:solidFill>
              </a:defRPr>
            </a:lvl4pPr>
            <a:lvl5pPr marL="1257300" indent="-342900">
              <a:buFont typeface="+mj-lt"/>
              <a:buAutoNum type="arabicPeriod"/>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bg1"/>
                </a:solidFill>
              </a:defRPr>
            </a:lvl1pPr>
          </a:lstStyle>
          <a:p>
            <a:fld id="{4F1AC263-88EE-42CC-B640-B12BA856CF71}" type="datetime1">
              <a:rPr lang="en-US" smtClean="0"/>
              <a:pPr/>
              <a:t>12/10/2025</a:t>
            </a:fld>
            <a:endParaRPr lang="en-US"/>
          </a:p>
        </p:txBody>
      </p:sp>
      <p:grpSp>
        <p:nvGrpSpPr>
          <p:cNvPr id="32" name="Group 31">
            <a:extLst>
              <a:ext uri="{FF2B5EF4-FFF2-40B4-BE49-F238E27FC236}">
                <a16:creationId xmlns:a16="http://schemas.microsoft.com/office/drawing/2014/main" id="{7037958B-0E0E-0F56-D7A5-E2437B3EEBB1}"/>
              </a:ext>
            </a:extLst>
          </p:cNvPr>
          <p:cNvGrpSpPr/>
          <p:nvPr userDrawn="1"/>
        </p:nvGrpSpPr>
        <p:grpSpPr>
          <a:xfrm>
            <a:off x="11078040" y="685800"/>
            <a:ext cx="504370" cy="544340"/>
            <a:chOff x="10917026" y="837879"/>
            <a:chExt cx="513774" cy="554490"/>
          </a:xfrm>
        </p:grpSpPr>
        <p:sp>
          <p:nvSpPr>
            <p:cNvPr id="33" name="Graphic 12">
              <a:extLst>
                <a:ext uri="{FF2B5EF4-FFF2-40B4-BE49-F238E27FC236}">
                  <a16:creationId xmlns:a16="http://schemas.microsoft.com/office/drawing/2014/main" id="{AD1D3695-B33C-3177-AAA7-157D47AB04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34" name="Graphic 13">
              <a:extLst>
                <a:ext uri="{FF2B5EF4-FFF2-40B4-BE49-F238E27FC236}">
                  <a16:creationId xmlns:a16="http://schemas.microsoft.com/office/drawing/2014/main" id="{DCE100C5-0490-BB66-2B74-2DF1FFCFE07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35" name="Graphic 15">
              <a:extLst>
                <a:ext uri="{FF2B5EF4-FFF2-40B4-BE49-F238E27FC236}">
                  <a16:creationId xmlns:a16="http://schemas.microsoft.com/office/drawing/2014/main" id="{B85442F5-30EF-FBB6-1E36-5DC16B93722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cxnSp>
        <p:nvCxnSpPr>
          <p:cNvPr id="6" name="Straight Connector 5">
            <a:extLst>
              <a:ext uri="{FF2B5EF4-FFF2-40B4-BE49-F238E27FC236}">
                <a16:creationId xmlns:a16="http://schemas.microsoft.com/office/drawing/2014/main" id="{1FB85528-A2AE-0D0A-C420-26F74D4290D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801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2F46A82-71BF-F4CF-0CCA-F8EDE46E1207}"/>
              </a:ext>
            </a:extLst>
          </p:cNvPr>
          <p:cNvSpPr>
            <a:spLocks noGrp="1"/>
          </p:cNvSpPr>
          <p:nvPr>
            <p:ph type="title" hasCustomPrompt="1"/>
          </p:nvPr>
        </p:nvSpPr>
        <p:spPr>
          <a:xfrm>
            <a:off x="5665891" y="685800"/>
            <a:ext cx="5910407" cy="1752599"/>
          </a:xfrm>
        </p:spPr>
        <p:txBody>
          <a:bodyPr anchor="b">
            <a:normAutofit/>
          </a:bodyPr>
          <a:lstStyle>
            <a:lvl1pPr>
              <a:defRPr sz="6000">
                <a:solidFill>
                  <a:schemeClr val="tx2"/>
                </a:solidFill>
              </a:defRPr>
            </a:lvl1pPr>
          </a:lstStyle>
          <a:p>
            <a:r>
              <a:rPr lang="en-US" dirty="0"/>
              <a:t>Agenda</a:t>
            </a:r>
          </a:p>
        </p:txBody>
      </p:sp>
      <p:sp>
        <p:nvSpPr>
          <p:cNvPr id="17" name="Slide Number Placeholder 4">
            <a:extLst>
              <a:ext uri="{FF2B5EF4-FFF2-40B4-BE49-F238E27FC236}">
                <a16:creationId xmlns:a16="http://schemas.microsoft.com/office/drawing/2014/main" id="{D3A244C5-BA25-AD67-DEC7-8DAF5E5F371C}"/>
              </a:ext>
            </a:extLst>
          </p:cNvPr>
          <p:cNvSpPr>
            <a:spLocks noGrp="1"/>
          </p:cNvSpPr>
          <p:nvPr>
            <p:ph type="sldNum" sz="quarter" idx="12"/>
          </p:nvPr>
        </p:nvSpPr>
        <p:spPr>
          <a:xfrm>
            <a:off x="533400" y="685801"/>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43" name="Picture Placeholder 18">
            <a:extLst>
              <a:ext uri="{FF2B5EF4-FFF2-40B4-BE49-F238E27FC236}">
                <a16:creationId xmlns:a16="http://schemas.microsoft.com/office/drawing/2014/main" id="{BBFDCB4D-0EA1-434E-D480-6780571836EE}"/>
              </a:ext>
            </a:extLst>
          </p:cNvPr>
          <p:cNvSpPr>
            <a:spLocks noGrp="1"/>
          </p:cNvSpPr>
          <p:nvPr>
            <p:ph type="pic" sz="quarter" idx="14" hasCustomPrompt="1"/>
          </p:nvPr>
        </p:nvSpPr>
        <p:spPr>
          <a:xfrm>
            <a:off x="13164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anchor="t">
            <a:noAutofit/>
          </a:bodyPr>
          <a:lstStyle>
            <a:lvl1pPr algn="ctr">
              <a:buNone/>
              <a:defRPr sz="1600" b="0" i="0">
                <a:solidFill>
                  <a:schemeClr val="tx1"/>
                </a:solidFill>
                <a:latin typeface="+mn-lt"/>
              </a:defRPr>
            </a:lvl1pPr>
          </a:lstStyle>
          <a:p>
            <a:r>
              <a:rPr lang="en-US" dirty="0"/>
              <a:t>  </a:t>
            </a:r>
          </a:p>
        </p:txBody>
      </p:sp>
      <p:sp>
        <p:nvSpPr>
          <p:cNvPr id="21" name="Content Placeholder 6">
            <a:extLst>
              <a:ext uri="{FF2B5EF4-FFF2-40B4-BE49-F238E27FC236}">
                <a16:creationId xmlns:a16="http://schemas.microsoft.com/office/drawing/2014/main" id="{C3E55B71-84F9-223B-46EC-202E6DCC1E5C}"/>
              </a:ext>
            </a:extLst>
          </p:cNvPr>
          <p:cNvSpPr>
            <a:spLocks noGrp="1"/>
          </p:cNvSpPr>
          <p:nvPr>
            <p:ph sz="quarter" idx="15"/>
          </p:nvPr>
        </p:nvSpPr>
        <p:spPr>
          <a:xfrm>
            <a:off x="5668946" y="2971800"/>
            <a:ext cx="5910417" cy="3200399"/>
          </a:xfrm>
        </p:spPr>
        <p:txBody>
          <a:bodyPr>
            <a:normAutofit/>
          </a:bodyPr>
          <a:lstStyle>
            <a:lvl1pPr marL="457200" indent="-457200">
              <a:buFont typeface="+mj-lt"/>
              <a:buAutoNum type="arabicPeriod"/>
              <a:defRPr sz="1800">
                <a:solidFill>
                  <a:schemeClr val="tx2"/>
                </a:solidFill>
              </a:defRPr>
            </a:lvl1pPr>
            <a:lvl2pPr marL="685800" indent="-457200">
              <a:buFont typeface="+mj-lt"/>
              <a:buAutoNum type="arabicPeriod"/>
              <a:defRPr sz="1600">
                <a:solidFill>
                  <a:schemeClr val="tx2"/>
                </a:solidFill>
              </a:defRPr>
            </a:lvl2pPr>
            <a:lvl3pPr marL="800100" indent="-342900">
              <a:buFont typeface="+mj-lt"/>
              <a:buAutoNum type="arabicPeriod"/>
              <a:defRPr sz="1400">
                <a:solidFill>
                  <a:schemeClr val="tx2"/>
                </a:solidFill>
              </a:defRPr>
            </a:lvl3pPr>
            <a:lvl4pPr marL="1028700" indent="-342900">
              <a:buFont typeface="+mj-lt"/>
              <a:buAutoNum type="arabicPeriod"/>
              <a:defRPr sz="1400">
                <a:solidFill>
                  <a:schemeClr val="tx2"/>
                </a:solidFill>
              </a:defRPr>
            </a:lvl4pPr>
            <a:lvl5pPr marL="1257300" indent="-342900">
              <a:buFont typeface="+mj-lt"/>
              <a:buAutoNum type="arabicPeriod"/>
              <a:defRPr sz="14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665892" y="6343955"/>
            <a:ext cx="2985400"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0023190" y="6343955"/>
            <a:ext cx="1553108" cy="365125"/>
          </a:xfrm>
        </p:spPr>
        <p:txBody>
          <a:bodyPr/>
          <a:lstStyle/>
          <a:p>
            <a:fld id="{68A32F6A-E7E2-4607-B207-B787B539B854}" type="datetime1">
              <a:rPr lang="en-US" smtClean="0"/>
              <a:t>12/10/2025</a:t>
            </a:fld>
            <a:endParaRPr lang="en-US"/>
          </a:p>
        </p:txBody>
      </p:sp>
      <p:grpSp>
        <p:nvGrpSpPr>
          <p:cNvPr id="44" name="Group 43">
            <a:extLst>
              <a:ext uri="{FF2B5EF4-FFF2-40B4-BE49-F238E27FC236}">
                <a16:creationId xmlns:a16="http://schemas.microsoft.com/office/drawing/2014/main" id="{44AEE93E-8CED-5237-25BD-6A37575E9105}"/>
              </a:ext>
            </a:extLst>
          </p:cNvPr>
          <p:cNvGrpSpPr/>
          <p:nvPr userDrawn="1"/>
        </p:nvGrpSpPr>
        <p:grpSpPr>
          <a:xfrm flipH="1">
            <a:off x="1308100" y="1691849"/>
            <a:ext cx="3202310" cy="3570866"/>
            <a:chOff x="8176980" y="837879"/>
            <a:chExt cx="3253820" cy="3628304"/>
          </a:xfrm>
        </p:grpSpPr>
        <p:sp>
          <p:nvSpPr>
            <p:cNvPr id="45" name="Graphic 12">
              <a:extLst>
                <a:ext uri="{FF2B5EF4-FFF2-40B4-BE49-F238E27FC236}">
                  <a16:creationId xmlns:a16="http://schemas.microsoft.com/office/drawing/2014/main" id="{E434A56F-49B4-88EC-6F0D-F0B7876DA5F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6" name="Graphic 13">
              <a:extLst>
                <a:ext uri="{FF2B5EF4-FFF2-40B4-BE49-F238E27FC236}">
                  <a16:creationId xmlns:a16="http://schemas.microsoft.com/office/drawing/2014/main" id="{1E87D2CA-3265-27F0-1765-34F88575015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47" name="Graphic 15">
              <a:extLst>
                <a:ext uri="{FF2B5EF4-FFF2-40B4-BE49-F238E27FC236}">
                  <a16:creationId xmlns:a16="http://schemas.microsoft.com/office/drawing/2014/main" id="{38A959F0-9AA6-E2C2-DBE3-1F0F5649C822}"/>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cxnSp>
        <p:nvCxnSpPr>
          <p:cNvPr id="2" name="Straight Connector 1">
            <a:extLst>
              <a:ext uri="{FF2B5EF4-FFF2-40B4-BE49-F238E27FC236}">
                <a16:creationId xmlns:a16="http://schemas.microsoft.com/office/drawing/2014/main" id="{F41F9AE9-4D1B-F10A-6C35-328127A91F36}"/>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585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87F8542-2E37-60E4-B73F-B9F05372BF63}"/>
              </a:ext>
            </a:extLst>
          </p:cNvPr>
          <p:cNvSpPr>
            <a:spLocks noGrp="1"/>
          </p:cNvSpPr>
          <p:nvPr>
            <p:ph type="title"/>
          </p:nvPr>
        </p:nvSpPr>
        <p:spPr>
          <a:xfrm>
            <a:off x="1527048" y="685800"/>
            <a:ext cx="9052560" cy="1508760"/>
          </a:xfrm>
        </p:spPr>
        <p:txBody>
          <a:bodyPr/>
          <a:lstStyle/>
          <a:p>
            <a:r>
              <a:rPr lang="en-US" dirty="0"/>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6" name="Content Placeholder 15">
            <a:extLst>
              <a:ext uri="{FF2B5EF4-FFF2-40B4-BE49-F238E27FC236}">
                <a16:creationId xmlns:a16="http://schemas.microsoft.com/office/drawing/2014/main" id="{96D523BE-BDE0-144E-0534-0A316EF9F17A}"/>
              </a:ext>
            </a:extLst>
          </p:cNvPr>
          <p:cNvSpPr>
            <a:spLocks noGrp="1"/>
          </p:cNvSpPr>
          <p:nvPr>
            <p:ph sz="quarter" idx="14"/>
          </p:nvPr>
        </p:nvSpPr>
        <p:spPr>
          <a:xfrm>
            <a:off x="1523999" y="2286000"/>
            <a:ext cx="4572001" cy="22860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12/10/2025</a:t>
            </a:fld>
            <a:endParaRPr lang="en-US"/>
          </a:p>
        </p:txBody>
      </p:sp>
      <p:grpSp>
        <p:nvGrpSpPr>
          <p:cNvPr id="12" name="Group 11">
            <a:extLst>
              <a:ext uri="{FF2B5EF4-FFF2-40B4-BE49-F238E27FC236}">
                <a16:creationId xmlns:a16="http://schemas.microsoft.com/office/drawing/2014/main" id="{5FF6FE41-900C-A8D7-8F77-B88E87FF7CD7}"/>
              </a:ext>
            </a:extLst>
          </p:cNvPr>
          <p:cNvGrpSpPr/>
          <p:nvPr userDrawn="1"/>
        </p:nvGrpSpPr>
        <p:grpSpPr>
          <a:xfrm>
            <a:off x="11078040" y="685800"/>
            <a:ext cx="504370" cy="544340"/>
            <a:chOff x="10917026" y="837879"/>
            <a:chExt cx="513774" cy="554490"/>
          </a:xfrm>
        </p:grpSpPr>
        <p:sp>
          <p:nvSpPr>
            <p:cNvPr id="13" name="Graphic 12">
              <a:extLst>
                <a:ext uri="{FF2B5EF4-FFF2-40B4-BE49-F238E27FC236}">
                  <a16:creationId xmlns:a16="http://schemas.microsoft.com/office/drawing/2014/main" id="{A7798043-2DD6-F9A7-DDF8-A24FEEDF899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4" name="Graphic 13">
              <a:extLst>
                <a:ext uri="{FF2B5EF4-FFF2-40B4-BE49-F238E27FC236}">
                  <a16:creationId xmlns:a16="http://schemas.microsoft.com/office/drawing/2014/main" id="{40DF0F9E-37B7-8D89-04C9-5834AB4AD3B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5" name="Graphic 15">
              <a:extLst>
                <a:ext uri="{FF2B5EF4-FFF2-40B4-BE49-F238E27FC236}">
                  <a16:creationId xmlns:a16="http://schemas.microsoft.com/office/drawing/2014/main" id="{3646AA31-DEAD-4A4C-2815-3C7DC1F17DA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7" name="Straight Connector 6">
            <a:extLst>
              <a:ext uri="{FF2B5EF4-FFF2-40B4-BE49-F238E27FC236}">
                <a16:creationId xmlns:a16="http://schemas.microsoft.com/office/drawing/2014/main" id="{681BFE2C-8931-A7FD-ED4C-5C609A09005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9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23999" y="685800"/>
            <a:ext cx="9052560" cy="1508760"/>
          </a:xfrm>
        </p:spPr>
        <p:txBody>
          <a:bodyPr anchor="b" anchorCtr="0">
            <a:noAutofit/>
          </a:bodyPr>
          <a:lstStyle>
            <a:lvl1pPr>
              <a:defRPr sz="4000"/>
            </a:lvl1pPr>
          </a:lstStyle>
          <a:p>
            <a:r>
              <a:rPr lang="en-US" dirty="0"/>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1523998" y="2286000"/>
            <a:ext cx="6035040" cy="292608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12/10/2025</a:t>
            </a:fld>
            <a:endParaRPr lang="en-US"/>
          </a:p>
        </p:txBody>
      </p:sp>
      <p:grpSp>
        <p:nvGrpSpPr>
          <p:cNvPr id="16" name="Group 15">
            <a:extLst>
              <a:ext uri="{FF2B5EF4-FFF2-40B4-BE49-F238E27FC236}">
                <a16:creationId xmlns:a16="http://schemas.microsoft.com/office/drawing/2014/main" id="{0323216B-D119-CA7E-58DF-7F7325E519AA}"/>
              </a:ext>
            </a:extLst>
          </p:cNvPr>
          <p:cNvGrpSpPr/>
          <p:nvPr userDrawn="1"/>
        </p:nvGrpSpPr>
        <p:grpSpPr>
          <a:xfrm>
            <a:off x="11078040" y="685800"/>
            <a:ext cx="504370" cy="544340"/>
            <a:chOff x="10917026" y="837879"/>
            <a:chExt cx="513774" cy="554490"/>
          </a:xfrm>
        </p:grpSpPr>
        <p:sp>
          <p:nvSpPr>
            <p:cNvPr id="17" name="Graphic 12">
              <a:extLst>
                <a:ext uri="{FF2B5EF4-FFF2-40B4-BE49-F238E27FC236}">
                  <a16:creationId xmlns:a16="http://schemas.microsoft.com/office/drawing/2014/main" id="{AC903912-3AB9-1BE3-1831-92CEC75612C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8" name="Graphic 13">
              <a:extLst>
                <a:ext uri="{FF2B5EF4-FFF2-40B4-BE49-F238E27FC236}">
                  <a16:creationId xmlns:a16="http://schemas.microsoft.com/office/drawing/2014/main" id="{51476F24-2832-A972-88A0-593ADC9F337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9" name="Graphic 15">
              <a:extLst>
                <a:ext uri="{FF2B5EF4-FFF2-40B4-BE49-F238E27FC236}">
                  <a16:creationId xmlns:a16="http://schemas.microsoft.com/office/drawing/2014/main" id="{BE86153E-3E2A-4A98-DAC8-73A6D558210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7" name="Straight Connector 6">
            <a:extLst>
              <a:ext uri="{FF2B5EF4-FFF2-40B4-BE49-F238E27FC236}">
                <a16:creationId xmlns:a16="http://schemas.microsoft.com/office/drawing/2014/main" id="{4EA00EEB-72CD-3573-B5DB-FE83CFF509DD}"/>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355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24002" y="685800"/>
            <a:ext cx="9052560" cy="1508760"/>
          </a:xfrm>
        </p:spPr>
        <p:txBody>
          <a:bodyPr anchor="b" anchorCtr="0">
            <a:noAutofit/>
          </a:bodyPr>
          <a:lstStyle>
            <a:lvl1pPr>
              <a:defRPr sz="4000"/>
            </a:lvl1pPr>
          </a:lstStyle>
          <a:p>
            <a:r>
              <a:rPr lang="en-US" dirty="0"/>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Content Placeholder 7">
            <a:extLst>
              <a:ext uri="{FF2B5EF4-FFF2-40B4-BE49-F238E27FC236}">
                <a16:creationId xmlns:a16="http://schemas.microsoft.com/office/drawing/2014/main" id="{BE7670AD-1080-B1DD-DE49-930AF9336CA0}"/>
              </a:ext>
            </a:extLst>
          </p:cNvPr>
          <p:cNvSpPr>
            <a:spLocks noGrp="1"/>
          </p:cNvSpPr>
          <p:nvPr>
            <p:ph sz="quarter" idx="14"/>
          </p:nvPr>
        </p:nvSpPr>
        <p:spPr>
          <a:xfrm>
            <a:off x="1524002" y="2286000"/>
            <a:ext cx="6934201" cy="329184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12/10/2025</a:t>
            </a:fld>
            <a:endParaRPr lang="en-US"/>
          </a:p>
        </p:txBody>
      </p:sp>
      <p:grpSp>
        <p:nvGrpSpPr>
          <p:cNvPr id="17" name="Group 16">
            <a:extLst>
              <a:ext uri="{FF2B5EF4-FFF2-40B4-BE49-F238E27FC236}">
                <a16:creationId xmlns:a16="http://schemas.microsoft.com/office/drawing/2014/main" id="{DEF4BE0B-AE0F-F425-DC6B-863C2E94D104}"/>
              </a:ext>
            </a:extLst>
          </p:cNvPr>
          <p:cNvGrpSpPr/>
          <p:nvPr userDrawn="1"/>
        </p:nvGrpSpPr>
        <p:grpSpPr>
          <a:xfrm>
            <a:off x="11078040" y="685800"/>
            <a:ext cx="504370" cy="544340"/>
            <a:chOff x="10917026" y="837879"/>
            <a:chExt cx="513774" cy="554490"/>
          </a:xfrm>
        </p:grpSpPr>
        <p:sp>
          <p:nvSpPr>
            <p:cNvPr id="18" name="Graphic 12">
              <a:extLst>
                <a:ext uri="{FF2B5EF4-FFF2-40B4-BE49-F238E27FC236}">
                  <a16:creationId xmlns:a16="http://schemas.microsoft.com/office/drawing/2014/main" id="{4F59D1C4-D5A8-3205-D6E0-BE13582B6AE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9" name="Graphic 13">
              <a:extLst>
                <a:ext uri="{FF2B5EF4-FFF2-40B4-BE49-F238E27FC236}">
                  <a16:creationId xmlns:a16="http://schemas.microsoft.com/office/drawing/2014/main" id="{C94E27BE-456F-4421-67D9-CBFB09F0F1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20" name="Graphic 15">
              <a:extLst>
                <a:ext uri="{FF2B5EF4-FFF2-40B4-BE49-F238E27FC236}">
                  <a16:creationId xmlns:a16="http://schemas.microsoft.com/office/drawing/2014/main" id="{CEB12E88-EDC2-9632-B876-CBE4EBADB69E}"/>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3" name="Straight Connector 2">
            <a:extLst>
              <a:ext uri="{FF2B5EF4-FFF2-40B4-BE49-F238E27FC236}">
                <a16:creationId xmlns:a16="http://schemas.microsoft.com/office/drawing/2014/main" id="{EB5C5802-D648-9113-0EEF-985EAA7F7F73}"/>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9312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21672C7-A17C-A024-9EB7-E09DE65A204E}"/>
              </a:ext>
            </a:extLst>
          </p:cNvPr>
          <p:cNvSpPr>
            <a:spLocks noGrp="1"/>
          </p:cNvSpPr>
          <p:nvPr>
            <p:ph type="title"/>
          </p:nvPr>
        </p:nvSpPr>
        <p:spPr>
          <a:xfrm>
            <a:off x="1524000" y="685800"/>
            <a:ext cx="9052560" cy="1508760"/>
          </a:xfrm>
        </p:spPr>
        <p:txBody>
          <a:bodyPr anchor="b" anchorCtr="0">
            <a:noAutofit/>
          </a:bodyPr>
          <a:lstStyle>
            <a:lvl1pPr>
              <a:defRPr sz="4000"/>
            </a:lvl1pPr>
          </a:lstStyle>
          <a:p>
            <a:r>
              <a:rPr lang="en-US" dirty="0"/>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7" name="Content Placeholder 7">
            <a:extLst>
              <a:ext uri="{FF2B5EF4-FFF2-40B4-BE49-F238E27FC236}">
                <a16:creationId xmlns:a16="http://schemas.microsoft.com/office/drawing/2014/main" id="{50AC8C5D-A77C-17F7-AF84-8B92D28482C4}"/>
              </a:ext>
            </a:extLst>
          </p:cNvPr>
          <p:cNvSpPr>
            <a:spLocks noGrp="1"/>
          </p:cNvSpPr>
          <p:nvPr>
            <p:ph sz="quarter" idx="14"/>
          </p:nvPr>
        </p:nvSpPr>
        <p:spPr>
          <a:xfrm>
            <a:off x="1524000" y="2286000"/>
            <a:ext cx="8412480" cy="40233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12/10/2025</a:t>
            </a:fld>
            <a:endParaRPr lang="en-US"/>
          </a:p>
        </p:txBody>
      </p:sp>
      <p:cxnSp>
        <p:nvCxnSpPr>
          <p:cNvPr id="2" name="Straight Connector 1">
            <a:extLst>
              <a:ext uri="{FF2B5EF4-FFF2-40B4-BE49-F238E27FC236}">
                <a16:creationId xmlns:a16="http://schemas.microsoft.com/office/drawing/2014/main" id="{97E214D7-F48E-8238-4C22-A98E55E66332}"/>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D4E954D1-13F2-EF63-F03D-F46F1AEA3DC7}"/>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01D8479A-6727-AA09-8398-F37C8ABA3AF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1FFFF7E5-5ED3-C624-8716-91363898789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0531A9C3-F1A9-08AA-EB86-483737E3191D}"/>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408959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64D38536-57AB-5EAB-9CE8-9796DAF18277}"/>
              </a:ext>
            </a:extLst>
          </p:cNvPr>
          <p:cNvSpPr>
            <a:spLocks noGrp="1"/>
          </p:cNvSpPr>
          <p:nvPr>
            <p:ph type="title"/>
          </p:nvPr>
        </p:nvSpPr>
        <p:spPr>
          <a:xfrm>
            <a:off x="1524000" y="685800"/>
            <a:ext cx="9052560" cy="1508760"/>
          </a:xfrm>
        </p:spPr>
        <p:txBody>
          <a:bodyPr anchor="b" anchorCtr="0">
            <a:noAutofit/>
          </a:bodyPr>
          <a:lstStyle>
            <a:lvl1pPr>
              <a:defRPr sz="4000"/>
            </a:lvl1pPr>
          </a:lstStyle>
          <a:p>
            <a:r>
              <a:rPr lang="en-US" dirty="0"/>
              <a:t>Click to edit Master title style</a:t>
            </a:r>
          </a:p>
        </p:txBody>
      </p:sp>
      <p:sp>
        <p:nvSpPr>
          <p:cNvPr id="12" name="Slide Number Placeholder 5">
            <a:extLst>
              <a:ext uri="{FF2B5EF4-FFF2-40B4-BE49-F238E27FC236}">
                <a16:creationId xmlns:a16="http://schemas.microsoft.com/office/drawing/2014/main" id="{4F01311B-A9FF-DBDB-A383-A299DC9F589D}"/>
              </a:ext>
            </a:extLst>
          </p:cNvPr>
          <p:cNvSpPr>
            <a:spLocks noGrp="1"/>
          </p:cNvSpPr>
          <p:nvPr>
            <p:ph type="sldNum" sz="quarter" idx="12"/>
          </p:nvPr>
        </p:nvSpPr>
        <p:spPr>
          <a:xfrm>
            <a:off x="533400" y="685801"/>
            <a:ext cx="609600" cy="365125"/>
          </a:xfrm>
        </p:spPr>
        <p:txBody>
          <a:bodyPr/>
          <a:lstStyle/>
          <a:p>
            <a:fld id="{AEAA3239-9EA4-4A65-A281-97F994456D9F}" type="slidenum">
              <a:rPr lang="en-US" smtClean="0"/>
              <a:t>‹#›</a:t>
            </a:fld>
            <a:endParaRPr lang="en-US"/>
          </a:p>
        </p:txBody>
      </p:sp>
      <p:sp>
        <p:nvSpPr>
          <p:cNvPr id="7" name="Content Placeholder 7">
            <a:extLst>
              <a:ext uri="{FF2B5EF4-FFF2-40B4-BE49-F238E27FC236}">
                <a16:creationId xmlns:a16="http://schemas.microsoft.com/office/drawing/2014/main" id="{2160C0A1-5692-F2A8-A18C-A2194E5352A1}"/>
              </a:ext>
            </a:extLst>
          </p:cNvPr>
          <p:cNvSpPr>
            <a:spLocks noGrp="1"/>
          </p:cNvSpPr>
          <p:nvPr>
            <p:ph sz="quarter" idx="14"/>
          </p:nvPr>
        </p:nvSpPr>
        <p:spPr>
          <a:xfrm>
            <a:off x="1523998" y="2286000"/>
            <a:ext cx="10058400" cy="40233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12/10/2025</a:t>
            </a:fld>
            <a:endParaRPr lang="en-US"/>
          </a:p>
        </p:txBody>
      </p:sp>
      <p:cxnSp>
        <p:nvCxnSpPr>
          <p:cNvPr id="2" name="Straight Connector 1">
            <a:extLst>
              <a:ext uri="{FF2B5EF4-FFF2-40B4-BE49-F238E27FC236}">
                <a16:creationId xmlns:a16="http://schemas.microsoft.com/office/drawing/2014/main" id="{DDFACEC5-4969-F3A0-4BA7-BFFD0245B46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8EFEE51A-85CE-F78B-374B-7079210EAD71}"/>
              </a:ext>
            </a:extLst>
          </p:cNvPr>
          <p:cNvGrpSpPr/>
          <p:nvPr userDrawn="1"/>
        </p:nvGrpSpPr>
        <p:grpSpPr>
          <a:xfrm>
            <a:off x="11078040" y="685800"/>
            <a:ext cx="504370" cy="544340"/>
            <a:chOff x="10917026" y="837879"/>
            <a:chExt cx="513774" cy="554490"/>
          </a:xfrm>
        </p:grpSpPr>
        <p:sp>
          <p:nvSpPr>
            <p:cNvPr id="6" name="Graphic 12">
              <a:extLst>
                <a:ext uri="{FF2B5EF4-FFF2-40B4-BE49-F238E27FC236}">
                  <a16:creationId xmlns:a16="http://schemas.microsoft.com/office/drawing/2014/main" id="{5784CA53-1EF1-D49B-FEC8-50D70D21BE8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1E8C17C1-ABB3-50E1-B4D4-6B8295C03E6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A6E8154A-AE94-5E8C-59A0-4CCC387AF1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3190947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1DE647DC-5A18-3C36-1F44-304B72FEDC97}"/>
              </a:ext>
            </a:extLst>
          </p:cNvPr>
          <p:cNvSpPr>
            <a:spLocks noGrp="1"/>
          </p:cNvSpPr>
          <p:nvPr>
            <p:ph type="title"/>
          </p:nvPr>
        </p:nvSpPr>
        <p:spPr>
          <a:xfrm>
            <a:off x="4267200" y="731520"/>
            <a:ext cx="6423565" cy="914400"/>
          </a:xfrm>
        </p:spPr>
        <p:txBody>
          <a:bodyPr anchor="b">
            <a:noAutofit/>
          </a:bodyPr>
          <a:lstStyle/>
          <a:p>
            <a:r>
              <a:rPr lang="en-US" dirty="0"/>
              <a:t>Click to edit Master title style</a:t>
            </a:r>
          </a:p>
        </p:txBody>
      </p:sp>
      <p:sp>
        <p:nvSpPr>
          <p:cNvPr id="21" name="Rectangle 20">
            <a:extLst>
              <a:ext uri="{FF2B5EF4-FFF2-40B4-BE49-F238E27FC236}">
                <a16:creationId xmlns:a16="http://schemas.microsoft.com/office/drawing/2014/main" id="{7092F38B-ED2A-2686-73F0-3333166E236A}"/>
              </a:ext>
              <a:ext uri="{C183D7F6-B498-43B3-948B-1728B52AA6E4}">
                <adec:decorative xmlns:adec="http://schemas.microsoft.com/office/drawing/2017/decorative" val="1"/>
              </a:ext>
            </a:extLst>
          </p:cNvPr>
          <p:cNvSpPr/>
          <p:nvPr userDrawn="1"/>
        </p:nvSpPr>
        <p:spPr>
          <a:xfrm>
            <a:off x="0"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34">
            <a:extLst>
              <a:ext uri="{FF2B5EF4-FFF2-40B4-BE49-F238E27FC236}">
                <a16:creationId xmlns:a16="http://schemas.microsoft.com/office/drawing/2014/main" id="{5804EC16-79F7-7AA9-8D6F-678723119787}"/>
              </a:ext>
            </a:extLst>
          </p:cNvPr>
          <p:cNvSpPr>
            <a:spLocks noGrp="1"/>
          </p:cNvSpPr>
          <p:nvPr>
            <p:ph type="pic" sz="quarter" idx="18" hasCustomPrompt="1"/>
          </p:nvPr>
        </p:nvSpPr>
        <p:spPr>
          <a:xfrm>
            <a:off x="301752" y="301752"/>
            <a:ext cx="2732860" cy="6254496"/>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6" name="Content Placeholder 7">
            <a:extLst>
              <a:ext uri="{FF2B5EF4-FFF2-40B4-BE49-F238E27FC236}">
                <a16:creationId xmlns:a16="http://schemas.microsoft.com/office/drawing/2014/main" id="{D2B645B5-BDAD-38D3-990B-F959B4B803E1}"/>
              </a:ext>
            </a:extLst>
          </p:cNvPr>
          <p:cNvSpPr>
            <a:spLocks noGrp="1"/>
          </p:cNvSpPr>
          <p:nvPr>
            <p:ph sz="quarter" idx="14"/>
          </p:nvPr>
        </p:nvSpPr>
        <p:spPr>
          <a:xfrm>
            <a:off x="4267200" y="1984248"/>
            <a:ext cx="6415614" cy="397764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267200" y="6343955"/>
            <a:ext cx="3364903" cy="365125"/>
          </a:xfrm>
        </p:spPr>
        <p:txBody>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8141903" y="6343955"/>
            <a:ext cx="2060808" cy="365125"/>
          </a:xfrm>
        </p:spPr>
        <p:txBody>
          <a:bodyPr/>
          <a:lstStyle/>
          <a:p>
            <a:fld id="{9CBB6888-43ED-4D3A-B8DA-89EF29644561}" type="datetime1">
              <a:rPr lang="en-US" smtClean="0"/>
              <a:t>12/10/2025</a:t>
            </a:fld>
            <a:endParaRPr lang="en-US"/>
          </a:p>
        </p:txBody>
      </p:sp>
      <p:sp>
        <p:nvSpPr>
          <p:cNvPr id="27" name="Slide Number Placeholder 11">
            <a:extLst>
              <a:ext uri="{FF2B5EF4-FFF2-40B4-BE49-F238E27FC236}">
                <a16:creationId xmlns:a16="http://schemas.microsoft.com/office/drawing/2014/main" id="{C9ADF389-1DF3-8DF0-2D8C-C2A62758A3F9}"/>
              </a:ext>
            </a:extLst>
          </p:cNvPr>
          <p:cNvSpPr>
            <a:spLocks noGrp="1"/>
          </p:cNvSpPr>
          <p:nvPr>
            <p:ph type="sldNum" sz="quarter" idx="17"/>
          </p:nvPr>
        </p:nvSpPr>
        <p:spPr>
          <a:xfrm>
            <a:off x="10261558" y="6346865"/>
            <a:ext cx="429207" cy="365125"/>
          </a:xfrm>
        </p:spPr>
        <p:txBody>
          <a:bodyPr/>
          <a:lstStyle/>
          <a:p>
            <a:fld id="{AEAA3239-9EA4-4A65-A281-97F994456D9F}" type="slidenum">
              <a:rPr lang="en-US" smtClean="0"/>
              <a:t>‹#›</a:t>
            </a:fld>
            <a:endParaRPr lang="en-US"/>
          </a:p>
        </p:txBody>
      </p:sp>
      <p:grpSp>
        <p:nvGrpSpPr>
          <p:cNvPr id="23" name="Group 22">
            <a:extLst>
              <a:ext uri="{FF2B5EF4-FFF2-40B4-BE49-F238E27FC236}">
                <a16:creationId xmlns:a16="http://schemas.microsoft.com/office/drawing/2014/main" id="{67EE228E-80B4-D191-194D-3720913CD210}"/>
              </a:ext>
            </a:extLst>
          </p:cNvPr>
          <p:cNvGrpSpPr/>
          <p:nvPr userDrawn="1"/>
        </p:nvGrpSpPr>
        <p:grpSpPr>
          <a:xfrm>
            <a:off x="11078040" y="685800"/>
            <a:ext cx="504370" cy="544340"/>
            <a:chOff x="10917026" y="837879"/>
            <a:chExt cx="513774" cy="554490"/>
          </a:xfrm>
        </p:grpSpPr>
        <p:sp>
          <p:nvSpPr>
            <p:cNvPr id="24" name="Graphic 12">
              <a:extLst>
                <a:ext uri="{FF2B5EF4-FFF2-40B4-BE49-F238E27FC236}">
                  <a16:creationId xmlns:a16="http://schemas.microsoft.com/office/drawing/2014/main" id="{5F2878E0-CF71-CE0E-FB49-BC9AB7B750E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25" name="Graphic 13">
              <a:extLst>
                <a:ext uri="{FF2B5EF4-FFF2-40B4-BE49-F238E27FC236}">
                  <a16:creationId xmlns:a16="http://schemas.microsoft.com/office/drawing/2014/main" id="{7E87741A-6AB9-C683-3F00-BC74FA8448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26" name="Graphic 15">
              <a:extLst>
                <a:ext uri="{FF2B5EF4-FFF2-40B4-BE49-F238E27FC236}">
                  <a16:creationId xmlns:a16="http://schemas.microsoft.com/office/drawing/2014/main" id="{8A03B7A9-3959-1D93-7871-04782460676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0183034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766037FA-C85A-8CB7-2972-6A61D955B79F}"/>
              </a:ext>
            </a:extLst>
          </p:cNvPr>
          <p:cNvSpPr>
            <a:spLocks noGrp="1"/>
          </p:cNvSpPr>
          <p:nvPr>
            <p:ph type="title"/>
          </p:nvPr>
        </p:nvSpPr>
        <p:spPr>
          <a:xfrm>
            <a:off x="731520" y="731520"/>
            <a:ext cx="6423565" cy="914400"/>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984248"/>
            <a:ext cx="6415614" cy="397764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731520" y="6346864"/>
            <a:ext cx="2805405" cy="365125"/>
          </a:xfrm>
        </p:spPr>
        <p:txBody>
          <a:bodyPr/>
          <a:lstStyle/>
          <a:p>
            <a:r>
              <a:rPr lang="en-US" dirty="0"/>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5874321" y="6346865"/>
            <a:ext cx="1607270" cy="365125"/>
          </a:xfrm>
        </p:spPr>
        <p:txBody>
          <a:bodyPr/>
          <a:lstStyle/>
          <a:p>
            <a:fld id="{27C7479B-2077-4468-85E0-F9294B46DEAE}" type="datetime1">
              <a:rPr lang="en-US" smtClean="0"/>
              <a:t>12/10/2025</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7518358" y="6346865"/>
            <a:ext cx="429207" cy="365125"/>
          </a:xfrm>
        </p:spPr>
        <p:txBody>
          <a:bodyPr/>
          <a:lstStyle/>
          <a:p>
            <a:fld id="{AEAA3239-9EA4-4A65-A281-97F994456D9F}" type="slidenum">
              <a:rPr lang="en-US" smtClean="0"/>
              <a:t>‹#›</a:t>
            </a:fld>
            <a:endParaRPr lang="en-US"/>
          </a:p>
        </p:txBody>
      </p:sp>
      <p:sp>
        <p:nvSpPr>
          <p:cNvPr id="6" name="Rectangle 5">
            <a:extLst>
              <a:ext uri="{FF2B5EF4-FFF2-40B4-BE49-F238E27FC236}">
                <a16:creationId xmlns:a16="http://schemas.microsoft.com/office/drawing/2014/main" id="{1A40D3F1-5C23-CAD7-8AF9-5C81B4571DBB}"/>
              </a:ext>
              <a:ext uri="{C183D7F6-B498-43B3-948B-1728B52AA6E4}">
                <adec:decorative xmlns:adec="http://schemas.microsoft.com/office/drawing/2017/decorative" val="1"/>
              </a:ext>
            </a:extLst>
          </p:cNvPr>
          <p:cNvSpPr/>
          <p:nvPr userDrawn="1"/>
        </p:nvSpPr>
        <p:spPr>
          <a:xfrm>
            <a:off x="8854014"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34">
            <a:extLst>
              <a:ext uri="{FF2B5EF4-FFF2-40B4-BE49-F238E27FC236}">
                <a16:creationId xmlns:a16="http://schemas.microsoft.com/office/drawing/2014/main" id="{9DBD1D3F-F3AD-C978-1458-64CE12AAFFFD}"/>
              </a:ext>
            </a:extLst>
          </p:cNvPr>
          <p:cNvSpPr>
            <a:spLocks noGrp="1"/>
          </p:cNvSpPr>
          <p:nvPr>
            <p:ph type="pic" sz="quarter" idx="18" hasCustomPrompt="1"/>
          </p:nvPr>
        </p:nvSpPr>
        <p:spPr>
          <a:xfrm>
            <a:off x="9155766" y="301752"/>
            <a:ext cx="2732860" cy="6254496"/>
          </a:xfrm>
          <a:blipFill>
            <a:blip r:embed="rId2">
              <a:alphaModFix amt="60000"/>
            </a:blip>
            <a:stretch>
              <a:fillRect/>
            </a:stretch>
          </a:blipFill>
        </p:spPr>
        <p:txBody>
          <a:bodyPr/>
          <a:lstStyle>
            <a:lvl1pPr marL="0" indent="0">
              <a:buNone/>
              <a:defRPr/>
            </a:lvl1pPr>
          </a:lstStyle>
          <a:p>
            <a:r>
              <a:rPr lang="en-US" dirty="0"/>
              <a:t>  </a:t>
            </a:r>
          </a:p>
        </p:txBody>
      </p:sp>
      <p:grpSp>
        <p:nvGrpSpPr>
          <p:cNvPr id="2" name="Group 1">
            <a:extLst>
              <a:ext uri="{FF2B5EF4-FFF2-40B4-BE49-F238E27FC236}">
                <a16:creationId xmlns:a16="http://schemas.microsoft.com/office/drawing/2014/main" id="{A18435CD-97DF-A076-40A5-65229CDC5C1B}"/>
              </a:ext>
            </a:extLst>
          </p:cNvPr>
          <p:cNvGrpSpPr/>
          <p:nvPr userDrawn="1"/>
        </p:nvGrpSpPr>
        <p:grpSpPr>
          <a:xfrm>
            <a:off x="7668411" y="685800"/>
            <a:ext cx="504370" cy="544340"/>
            <a:chOff x="10917026" y="837879"/>
            <a:chExt cx="513774" cy="554490"/>
          </a:xfrm>
        </p:grpSpPr>
        <p:sp>
          <p:nvSpPr>
            <p:cNvPr id="3" name="Graphic 12">
              <a:extLst>
                <a:ext uri="{FF2B5EF4-FFF2-40B4-BE49-F238E27FC236}">
                  <a16:creationId xmlns:a16="http://schemas.microsoft.com/office/drawing/2014/main" id="{48B1A2B4-5074-9C60-9666-49DB6D32B32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1448CBF4-AC51-42E4-C98A-353B48E6515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E5BDC04D-82AC-D872-4B92-48EC2791BCB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768809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7A406A-98CC-81E3-A582-DBAE79C8B4D2}"/>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1974FA03-6110-90A7-7ACD-CC6BCF088F5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2" name="Graphic 13">
              <a:extLst>
                <a:ext uri="{FF2B5EF4-FFF2-40B4-BE49-F238E27FC236}">
                  <a16:creationId xmlns:a16="http://schemas.microsoft.com/office/drawing/2014/main" id="{5CA3C8F2-2334-4369-C570-E512D554B20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3" name="Graphic 15">
              <a:extLst>
                <a:ext uri="{FF2B5EF4-FFF2-40B4-BE49-F238E27FC236}">
                  <a16:creationId xmlns:a16="http://schemas.microsoft.com/office/drawing/2014/main" id="{4E33D598-2942-33DF-4C3C-4E499AE0B0A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21" name="Rectangle 20">
            <a:extLst>
              <a:ext uri="{FF2B5EF4-FFF2-40B4-BE49-F238E27FC236}">
                <a16:creationId xmlns:a16="http://schemas.microsoft.com/office/drawing/2014/main" id="{1B0CAAAC-D107-198B-E4CE-8452C06BB112}"/>
              </a:ext>
              <a:ext uri="{C183D7F6-B498-43B3-948B-1728B52AA6E4}">
                <adec:decorative xmlns:adec="http://schemas.microsoft.com/office/drawing/2017/decorative" val="1"/>
              </a:ext>
            </a:extLst>
          </p:cNvPr>
          <p:cNvSpPr/>
          <p:nvPr userDrawn="1"/>
        </p:nvSpPr>
        <p:spPr>
          <a:xfrm>
            <a:off x="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18AAE811-FEB8-95DC-B043-E131BEA52FF1}"/>
              </a:ext>
            </a:extLst>
          </p:cNvPr>
          <p:cNvSpPr>
            <a:spLocks noGrp="1"/>
          </p:cNvSpPr>
          <p:nvPr>
            <p:ph type="title"/>
          </p:nvPr>
        </p:nvSpPr>
        <p:spPr>
          <a:xfrm>
            <a:off x="3810000" y="731520"/>
            <a:ext cx="6858000" cy="914400"/>
          </a:xfrm>
        </p:spPr>
        <p:txBody>
          <a:bodyPr anchor="b">
            <a:noAutofit/>
          </a:bodyPr>
          <a:lstStyle/>
          <a:p>
            <a:r>
              <a:rPr lang="en-US" dirty="0"/>
              <a:t>Click to edit Master title style</a:t>
            </a:r>
          </a:p>
        </p:txBody>
      </p:sp>
      <p:sp>
        <p:nvSpPr>
          <p:cNvPr id="22" name="Picture Placeholder 34">
            <a:extLst>
              <a:ext uri="{FF2B5EF4-FFF2-40B4-BE49-F238E27FC236}">
                <a16:creationId xmlns:a16="http://schemas.microsoft.com/office/drawing/2014/main" id="{5F03A7F6-0474-7396-683E-2A53EA6B6F0F}"/>
              </a:ext>
            </a:extLst>
          </p:cNvPr>
          <p:cNvSpPr>
            <a:spLocks noGrp="1"/>
          </p:cNvSpPr>
          <p:nvPr>
            <p:ph type="pic" sz="quarter" idx="18" hasCustomPrompt="1"/>
          </p:nvPr>
        </p:nvSpPr>
        <p:spPr>
          <a:xfrm>
            <a:off x="301753" y="301752"/>
            <a:ext cx="2287214" cy="6254496"/>
          </a:xfrm>
          <a:blipFill>
            <a:blip r:embed="rId2">
              <a:alphaModFix amt="60000"/>
            </a:blip>
            <a:stretch>
              <a:fillRect/>
            </a:stretch>
          </a:blipFill>
        </p:spPr>
        <p:txBody>
          <a:bodyPr/>
          <a:lstStyle>
            <a:lvl1pPr marL="0" indent="0">
              <a:buNone/>
              <a:defRPr/>
            </a:lvl1pPr>
          </a:lstStyle>
          <a:p>
            <a:r>
              <a:rPr lang="en-US" dirty="0"/>
              <a:t>  </a:t>
            </a:r>
          </a:p>
        </p:txBody>
      </p:sp>
      <p:sp>
        <p:nvSpPr>
          <p:cNvPr id="24" name="Content Placeholder 7">
            <a:extLst>
              <a:ext uri="{FF2B5EF4-FFF2-40B4-BE49-F238E27FC236}">
                <a16:creationId xmlns:a16="http://schemas.microsoft.com/office/drawing/2014/main" id="{D9F3B242-0007-0319-DD0E-C53F1CE59074}"/>
              </a:ext>
            </a:extLst>
          </p:cNvPr>
          <p:cNvSpPr>
            <a:spLocks noGrp="1"/>
          </p:cNvSpPr>
          <p:nvPr>
            <p:ph sz="quarter" idx="14"/>
          </p:nvPr>
        </p:nvSpPr>
        <p:spPr>
          <a:xfrm>
            <a:off x="3810000" y="1984248"/>
            <a:ext cx="6858000"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Footer Placeholder 8">
            <a:extLst>
              <a:ext uri="{FF2B5EF4-FFF2-40B4-BE49-F238E27FC236}">
                <a16:creationId xmlns:a16="http://schemas.microsoft.com/office/drawing/2014/main" id="{1A075F21-2BDF-AFA6-0060-65B156C83F54}"/>
              </a:ext>
            </a:extLst>
          </p:cNvPr>
          <p:cNvSpPr>
            <a:spLocks noGrp="1"/>
          </p:cNvSpPr>
          <p:nvPr>
            <p:ph type="ftr" sz="quarter" idx="16"/>
          </p:nvPr>
        </p:nvSpPr>
        <p:spPr>
          <a:xfrm>
            <a:off x="3810000" y="6346870"/>
            <a:ext cx="2805405" cy="365125"/>
          </a:xfrm>
        </p:spPr>
        <p:txBody>
          <a:bodyPr/>
          <a:lstStyle/>
          <a:p>
            <a:r>
              <a:rPr lang="en-US"/>
              <a:t>Sample Footer Text</a:t>
            </a:r>
          </a:p>
        </p:txBody>
      </p:sp>
      <p:sp>
        <p:nvSpPr>
          <p:cNvPr id="19" name="Date Placeholder 3">
            <a:extLst>
              <a:ext uri="{FF2B5EF4-FFF2-40B4-BE49-F238E27FC236}">
                <a16:creationId xmlns:a16="http://schemas.microsoft.com/office/drawing/2014/main" id="{A9AE630E-4E41-72F3-9B7D-A501ADBA940D}"/>
              </a:ext>
            </a:extLst>
          </p:cNvPr>
          <p:cNvSpPr>
            <a:spLocks noGrp="1"/>
          </p:cNvSpPr>
          <p:nvPr>
            <p:ph type="dt" sz="half" idx="15"/>
          </p:nvPr>
        </p:nvSpPr>
        <p:spPr>
          <a:xfrm>
            <a:off x="7313206" y="6346870"/>
            <a:ext cx="2925587" cy="365125"/>
          </a:xfrm>
        </p:spPr>
        <p:txBody>
          <a:bodyPr/>
          <a:lstStyle/>
          <a:p>
            <a:fld id="{A7F72289-EB8A-47CA-A283-A769C9E761BF}" type="datetime1">
              <a:rPr lang="en-US" smtClean="0"/>
              <a:t>12/10/2025</a:t>
            </a:fld>
            <a:endParaRPr lang="en-US"/>
          </a:p>
        </p:txBody>
      </p:sp>
      <p:sp>
        <p:nvSpPr>
          <p:cNvPr id="20" name="Slide Number Placeholder 9">
            <a:extLst>
              <a:ext uri="{FF2B5EF4-FFF2-40B4-BE49-F238E27FC236}">
                <a16:creationId xmlns:a16="http://schemas.microsoft.com/office/drawing/2014/main" id="{9922FFAC-6879-E94C-4B8D-7DF01B2C59E2}"/>
              </a:ext>
            </a:extLst>
          </p:cNvPr>
          <p:cNvSpPr>
            <a:spLocks noGrp="1"/>
          </p:cNvSpPr>
          <p:nvPr>
            <p:ph type="sldNum" sz="quarter" idx="17"/>
          </p:nvPr>
        </p:nvSpPr>
        <p:spPr>
          <a:xfrm>
            <a:off x="10238793" y="6346870"/>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125821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6858000" cy="914400"/>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984248"/>
            <a:ext cx="6858000"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6870"/>
            <a:ext cx="2805405"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027206" y="6346870"/>
            <a:ext cx="2925587" cy="365125"/>
          </a:xfrm>
        </p:spPr>
        <p:txBody>
          <a:bodyPr/>
          <a:lstStyle/>
          <a:p>
            <a:fld id="{A7F72289-EB8A-47CA-A283-A769C9E761BF}" type="datetime1">
              <a:rPr lang="en-US" smtClean="0"/>
              <a:t>12/10/2025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952793" y="6346870"/>
            <a:ext cx="429207" cy="365125"/>
          </a:xfrm>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18997909-0131-A5AB-BDFD-5E97BCADBD6A}"/>
              </a:ext>
              <a:ext uri="{C183D7F6-B498-43B3-948B-1728B52AA6E4}">
                <adec:decorative xmlns:adec="http://schemas.microsoft.com/office/drawing/2017/decorative" val="1"/>
              </a:ext>
            </a:extLst>
          </p:cNvPr>
          <p:cNvSpPr/>
          <p:nvPr userDrawn="1"/>
        </p:nvSpPr>
        <p:spPr>
          <a:xfrm>
            <a:off x="930128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Picture Placeholder 34">
            <a:extLst>
              <a:ext uri="{FF2B5EF4-FFF2-40B4-BE49-F238E27FC236}">
                <a16:creationId xmlns:a16="http://schemas.microsoft.com/office/drawing/2014/main" id="{DF60756A-385A-6B79-E093-1C3F727234E3}"/>
              </a:ext>
            </a:extLst>
          </p:cNvPr>
          <p:cNvSpPr>
            <a:spLocks noGrp="1"/>
          </p:cNvSpPr>
          <p:nvPr>
            <p:ph type="pic" sz="quarter" idx="18" hasCustomPrompt="1"/>
          </p:nvPr>
        </p:nvSpPr>
        <p:spPr>
          <a:xfrm>
            <a:off x="9603033" y="301752"/>
            <a:ext cx="2287214" cy="6254496"/>
          </a:xfrm>
          <a:blipFill>
            <a:blip r:embed="rId2">
              <a:alphaModFix amt="60000"/>
            </a:blip>
            <a:stretch>
              <a:fillRect/>
            </a:stretch>
          </a:blipFill>
        </p:spPr>
        <p:txBody>
          <a:bodyPr/>
          <a:lstStyle>
            <a:lvl1pPr marL="0" indent="0">
              <a:buNone/>
              <a:defRPr/>
            </a:lvl1pPr>
          </a:lstStyle>
          <a:p>
            <a:r>
              <a:rPr lang="en-US" dirty="0"/>
              <a:t>  </a:t>
            </a:r>
          </a:p>
        </p:txBody>
      </p:sp>
      <p:grpSp>
        <p:nvGrpSpPr>
          <p:cNvPr id="12" name="Group 11">
            <a:extLst>
              <a:ext uri="{FF2B5EF4-FFF2-40B4-BE49-F238E27FC236}">
                <a16:creationId xmlns:a16="http://schemas.microsoft.com/office/drawing/2014/main" id="{C93FBD9B-BB94-CEED-C78F-D16C7C949103}"/>
              </a:ext>
            </a:extLst>
          </p:cNvPr>
          <p:cNvGrpSpPr/>
          <p:nvPr userDrawn="1"/>
        </p:nvGrpSpPr>
        <p:grpSpPr>
          <a:xfrm>
            <a:off x="8116493" y="685800"/>
            <a:ext cx="504370" cy="544340"/>
            <a:chOff x="10917026" y="837879"/>
            <a:chExt cx="513774" cy="554490"/>
          </a:xfrm>
        </p:grpSpPr>
        <p:sp>
          <p:nvSpPr>
            <p:cNvPr id="13" name="Graphic 12">
              <a:extLst>
                <a:ext uri="{FF2B5EF4-FFF2-40B4-BE49-F238E27FC236}">
                  <a16:creationId xmlns:a16="http://schemas.microsoft.com/office/drawing/2014/main" id="{A3EB4539-F175-6B4B-7F0C-0A2944DFF89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4" name="Graphic 13">
              <a:extLst>
                <a:ext uri="{FF2B5EF4-FFF2-40B4-BE49-F238E27FC236}">
                  <a16:creationId xmlns:a16="http://schemas.microsoft.com/office/drawing/2014/main" id="{A7B804E8-3A22-78B4-B509-6DD4DBAE8D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5" name="Graphic 15">
              <a:extLst>
                <a:ext uri="{FF2B5EF4-FFF2-40B4-BE49-F238E27FC236}">
                  <a16:creationId xmlns:a16="http://schemas.microsoft.com/office/drawing/2014/main" id="{17E815E2-F347-3BE2-5C43-A012900BE63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2623733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64FC88D-D92D-DA20-CF4A-84384D8C2F14}"/>
              </a:ext>
              <a:ext uri="{C183D7F6-B498-43B3-948B-1728B52AA6E4}">
                <adec:decorative xmlns:adec="http://schemas.microsoft.com/office/drawing/2017/decorative" val="1"/>
              </a:ext>
            </a:extLst>
          </p:cNvPr>
          <p:cNvSpPr/>
          <p:nvPr userDrawn="1"/>
        </p:nvSpPr>
        <p:spPr>
          <a:xfrm>
            <a:off x="0"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B688C643-D0E9-231F-EB37-6774C0A3E8F1}"/>
              </a:ext>
            </a:extLst>
          </p:cNvPr>
          <p:cNvGrpSpPr/>
          <p:nvPr userDrawn="1"/>
        </p:nvGrpSpPr>
        <p:grpSpPr>
          <a:xfrm>
            <a:off x="11078040" y="685800"/>
            <a:ext cx="504370" cy="544340"/>
            <a:chOff x="10917026" y="837879"/>
            <a:chExt cx="513774" cy="554490"/>
          </a:xfrm>
        </p:grpSpPr>
        <p:sp>
          <p:nvSpPr>
            <p:cNvPr id="22" name="Graphic 12">
              <a:extLst>
                <a:ext uri="{FF2B5EF4-FFF2-40B4-BE49-F238E27FC236}">
                  <a16:creationId xmlns:a16="http://schemas.microsoft.com/office/drawing/2014/main" id="{424C36C5-4A7D-CCF3-B51F-D0B88C6E608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23" name="Graphic 13">
              <a:extLst>
                <a:ext uri="{FF2B5EF4-FFF2-40B4-BE49-F238E27FC236}">
                  <a16:creationId xmlns:a16="http://schemas.microsoft.com/office/drawing/2014/main" id="{B0042815-752F-6DD6-53FD-A6E87B6E159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24" name="Graphic 15">
              <a:extLst>
                <a:ext uri="{FF2B5EF4-FFF2-40B4-BE49-F238E27FC236}">
                  <a16:creationId xmlns:a16="http://schemas.microsoft.com/office/drawing/2014/main" id="{CF56F6F2-7303-70CF-6CB5-85427DAC77B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5" name="Title 1">
            <a:extLst>
              <a:ext uri="{FF2B5EF4-FFF2-40B4-BE49-F238E27FC236}">
                <a16:creationId xmlns:a16="http://schemas.microsoft.com/office/drawing/2014/main" id="{140C24A2-BE01-3A87-C043-931216F0B64C}"/>
              </a:ext>
            </a:extLst>
          </p:cNvPr>
          <p:cNvSpPr>
            <a:spLocks noGrp="1"/>
          </p:cNvSpPr>
          <p:nvPr>
            <p:ph type="title"/>
          </p:nvPr>
        </p:nvSpPr>
        <p:spPr>
          <a:xfrm>
            <a:off x="6190488" y="731520"/>
            <a:ext cx="4663440" cy="1447800"/>
          </a:xfrm>
        </p:spPr>
        <p:txBody>
          <a:bodyPr anchor="b">
            <a:noAutofit/>
          </a:bodyPr>
          <a:lstStyle>
            <a:lvl1pPr>
              <a:defRPr sz="4000"/>
            </a:lvl1pPr>
          </a:lstStyle>
          <a:p>
            <a:r>
              <a:rPr lang="en-US" dirty="0"/>
              <a:t>Click to edit Master title style</a:t>
            </a:r>
          </a:p>
        </p:txBody>
      </p:sp>
      <p:sp>
        <p:nvSpPr>
          <p:cNvPr id="18" name="Picture Placeholder 34">
            <a:extLst>
              <a:ext uri="{FF2B5EF4-FFF2-40B4-BE49-F238E27FC236}">
                <a16:creationId xmlns:a16="http://schemas.microsoft.com/office/drawing/2014/main" id="{BEA2029F-15E2-0FF2-34DE-4EA7F2CAFC38}"/>
              </a:ext>
            </a:extLst>
          </p:cNvPr>
          <p:cNvSpPr>
            <a:spLocks noGrp="1"/>
          </p:cNvSpPr>
          <p:nvPr>
            <p:ph type="pic" sz="quarter" idx="18" hasCustomPrompt="1"/>
          </p:nvPr>
        </p:nvSpPr>
        <p:spPr>
          <a:xfrm>
            <a:off x="301752" y="301752"/>
            <a:ext cx="4672584" cy="6254496"/>
          </a:xfrm>
          <a:blipFill>
            <a:blip r:embed="rId2">
              <a:alphaModFix amt="60000"/>
            </a:blip>
            <a:stretch>
              <a:fillRect/>
            </a:stretch>
          </a:blipFill>
        </p:spPr>
        <p:txBody>
          <a:bodyPr/>
          <a:lstStyle>
            <a:lvl1pPr marL="0" indent="0">
              <a:buNone/>
              <a:defRPr/>
            </a:lvl1pPr>
          </a:lstStyle>
          <a:p>
            <a:r>
              <a:rPr lang="en-US" dirty="0"/>
              <a:t>  </a:t>
            </a:r>
          </a:p>
        </p:txBody>
      </p:sp>
      <p:sp>
        <p:nvSpPr>
          <p:cNvPr id="26" name="Content Placeholder 7">
            <a:extLst>
              <a:ext uri="{FF2B5EF4-FFF2-40B4-BE49-F238E27FC236}">
                <a16:creationId xmlns:a16="http://schemas.microsoft.com/office/drawing/2014/main" id="{7BFBE908-0DFE-6B84-D3F5-F4A5B0AF3EDF}"/>
              </a:ext>
            </a:extLst>
          </p:cNvPr>
          <p:cNvSpPr>
            <a:spLocks noGrp="1"/>
          </p:cNvSpPr>
          <p:nvPr>
            <p:ph sz="quarter" idx="14"/>
          </p:nvPr>
        </p:nvSpPr>
        <p:spPr>
          <a:xfrm>
            <a:off x="6195931" y="2373638"/>
            <a:ext cx="4460528"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90488" y="6343955"/>
            <a:ext cx="2105099"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60666" y="6343955"/>
            <a:ext cx="1772029" cy="365125"/>
          </a:xfrm>
        </p:spPr>
        <p:txBody>
          <a:bodyPr/>
          <a:lstStyle>
            <a:lvl1pPr>
              <a:defRPr>
                <a:solidFill>
                  <a:schemeClr val="tx1"/>
                </a:solidFill>
                <a:effectLst/>
              </a:defRPr>
            </a:lvl1pPr>
          </a:lstStyle>
          <a:p>
            <a:fld id="{74049900-C118-46F7-B9EF-5F7C1F0005B2}" type="datetime1">
              <a:rPr lang="en-US" smtClean="0"/>
              <a:t>12/10/2025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232695"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047734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59BB2C-7590-FBB4-3327-5EC2E6FF4657}"/>
              </a:ext>
              <a:ext uri="{C183D7F6-B498-43B3-948B-1728B52AA6E4}">
                <adec:decorative xmlns:adec="http://schemas.microsoft.com/office/drawing/2017/decorative" val="1"/>
              </a:ext>
            </a:extLst>
          </p:cNvPr>
          <p:cNvSpPr/>
          <p:nvPr userDrawn="1"/>
        </p:nvSpPr>
        <p:spPr>
          <a:xfrm>
            <a:off x="6915912"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00F5D989-607B-FB7F-0F99-0E7B26A16824}"/>
              </a:ext>
            </a:extLst>
          </p:cNvPr>
          <p:cNvSpPr>
            <a:spLocks noGrp="1"/>
          </p:cNvSpPr>
          <p:nvPr>
            <p:ph type="title"/>
          </p:nvPr>
        </p:nvSpPr>
        <p:spPr>
          <a:xfrm>
            <a:off x="731520" y="731520"/>
            <a:ext cx="4760540" cy="1463040"/>
          </a:xfrm>
        </p:spPr>
        <p:txBody>
          <a:bodyPr anchor="b">
            <a:noAutofit/>
          </a:bodyPr>
          <a:lstStyle>
            <a:lvl1pPr>
              <a:defRPr sz="4000"/>
            </a:lvl1pPr>
          </a:lstStyle>
          <a:p>
            <a:r>
              <a:rPr lang="en-US" dirty="0"/>
              <a:t>Click to edit Master title style</a:t>
            </a:r>
          </a:p>
        </p:txBody>
      </p:sp>
      <p:sp>
        <p:nvSpPr>
          <p:cNvPr id="13" name="Content Placeholder 7">
            <a:extLst>
              <a:ext uri="{FF2B5EF4-FFF2-40B4-BE49-F238E27FC236}">
                <a16:creationId xmlns:a16="http://schemas.microsoft.com/office/drawing/2014/main" id="{0DDD81C0-07D7-782E-23E7-41B36AC20214}"/>
              </a:ext>
            </a:extLst>
          </p:cNvPr>
          <p:cNvSpPr>
            <a:spLocks noGrp="1"/>
          </p:cNvSpPr>
          <p:nvPr>
            <p:ph sz="quarter" idx="14"/>
          </p:nvPr>
        </p:nvSpPr>
        <p:spPr>
          <a:xfrm>
            <a:off x="731520" y="2373638"/>
            <a:ext cx="4460528"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5">
            <a:extLst>
              <a:ext uri="{FF2B5EF4-FFF2-40B4-BE49-F238E27FC236}">
                <a16:creationId xmlns:a16="http://schemas.microsoft.com/office/drawing/2014/main" id="{CAB313A0-3D14-8B7E-4DCD-7023183E01C3}"/>
              </a:ext>
            </a:extLst>
          </p:cNvPr>
          <p:cNvSpPr>
            <a:spLocks noGrp="1"/>
          </p:cNvSpPr>
          <p:nvPr>
            <p:ph type="ftr" sz="quarter" idx="11"/>
          </p:nvPr>
        </p:nvSpPr>
        <p:spPr>
          <a:xfrm>
            <a:off x="731520" y="6343955"/>
            <a:ext cx="2105099" cy="365125"/>
          </a:xfrm>
        </p:spPr>
        <p:txBody>
          <a:bodyPr/>
          <a:lstStyle/>
          <a:p>
            <a:r>
              <a:rPr lang="en-US" dirty="0"/>
              <a:t>Sample Footer Text</a:t>
            </a:r>
          </a:p>
        </p:txBody>
      </p:sp>
      <p:sp>
        <p:nvSpPr>
          <p:cNvPr id="14" name="Date Placeholder 4">
            <a:extLst>
              <a:ext uri="{FF2B5EF4-FFF2-40B4-BE49-F238E27FC236}">
                <a16:creationId xmlns:a16="http://schemas.microsoft.com/office/drawing/2014/main" id="{ED1993B6-5797-FC08-C430-C673385C562D}"/>
              </a:ext>
            </a:extLst>
          </p:cNvPr>
          <p:cNvSpPr>
            <a:spLocks noGrp="1"/>
          </p:cNvSpPr>
          <p:nvPr>
            <p:ph type="dt" sz="half" idx="10"/>
          </p:nvPr>
        </p:nvSpPr>
        <p:spPr>
          <a:xfrm>
            <a:off x="3794178" y="6343955"/>
            <a:ext cx="1772029" cy="365125"/>
          </a:xfrm>
        </p:spPr>
        <p:txBody>
          <a:bodyPr/>
          <a:lstStyle>
            <a:lvl1pPr>
              <a:defRPr>
                <a:solidFill>
                  <a:schemeClr val="tx1"/>
                </a:solidFill>
                <a:effectLst/>
              </a:defRPr>
            </a:lvl1pPr>
          </a:lstStyle>
          <a:p>
            <a:fld id="{74049900-C118-46F7-B9EF-5F7C1F0005B2}" type="datetime1">
              <a:rPr lang="en-US" smtClean="0"/>
              <a:t>12/10/2025</a:t>
            </a:fld>
            <a:endParaRPr lang="en-US"/>
          </a:p>
        </p:txBody>
      </p:sp>
      <p:sp>
        <p:nvSpPr>
          <p:cNvPr id="16" name="Slide Number Placeholder 6">
            <a:extLst>
              <a:ext uri="{FF2B5EF4-FFF2-40B4-BE49-F238E27FC236}">
                <a16:creationId xmlns:a16="http://schemas.microsoft.com/office/drawing/2014/main" id="{DF8C9955-F196-5067-514B-5A38AEFE02E9}"/>
              </a:ext>
            </a:extLst>
          </p:cNvPr>
          <p:cNvSpPr>
            <a:spLocks noGrp="1"/>
          </p:cNvSpPr>
          <p:nvPr>
            <p:ph type="sldNum" sz="quarter" idx="12"/>
          </p:nvPr>
        </p:nvSpPr>
        <p:spPr>
          <a:xfrm>
            <a:off x="5566207" y="6343955"/>
            <a:ext cx="695108" cy="365125"/>
          </a:xfrm>
        </p:spPr>
        <p:txBody>
          <a:bodyPr/>
          <a:lstStyle/>
          <a:p>
            <a:fld id="{AEAA3239-9EA4-4A65-A281-97F994456D9F}" type="slidenum">
              <a:rPr lang="en-US" smtClean="0"/>
              <a:t>‹#›</a:t>
            </a:fld>
            <a:endParaRPr lang="en-US" dirty="0"/>
          </a:p>
        </p:txBody>
      </p:sp>
      <p:sp>
        <p:nvSpPr>
          <p:cNvPr id="10" name="Picture Placeholder 34">
            <a:extLst>
              <a:ext uri="{FF2B5EF4-FFF2-40B4-BE49-F238E27FC236}">
                <a16:creationId xmlns:a16="http://schemas.microsoft.com/office/drawing/2014/main" id="{39BF7065-8AF2-D931-49F8-454004870315}"/>
              </a:ext>
            </a:extLst>
          </p:cNvPr>
          <p:cNvSpPr>
            <a:spLocks noGrp="1"/>
          </p:cNvSpPr>
          <p:nvPr>
            <p:ph type="pic" sz="quarter" idx="18" hasCustomPrompt="1"/>
          </p:nvPr>
        </p:nvSpPr>
        <p:spPr>
          <a:xfrm>
            <a:off x="7217664" y="301752"/>
            <a:ext cx="4672584" cy="6254496"/>
          </a:xfrm>
          <a:blipFill>
            <a:blip r:embed="rId2">
              <a:alphaModFix amt="60000"/>
            </a:blip>
            <a:stretch>
              <a:fillRect/>
            </a:stretch>
          </a:blipFill>
        </p:spPr>
        <p:txBody>
          <a:bodyPr/>
          <a:lstStyle>
            <a:lvl1pPr marL="0" indent="0">
              <a:buNone/>
              <a:defRPr/>
            </a:lvl1pPr>
          </a:lstStyle>
          <a:p>
            <a:r>
              <a:rPr lang="en-US" dirty="0"/>
              <a:t>  </a:t>
            </a:r>
          </a:p>
        </p:txBody>
      </p:sp>
      <p:grpSp>
        <p:nvGrpSpPr>
          <p:cNvPr id="2" name="Group 1">
            <a:extLst>
              <a:ext uri="{FF2B5EF4-FFF2-40B4-BE49-F238E27FC236}">
                <a16:creationId xmlns:a16="http://schemas.microsoft.com/office/drawing/2014/main" id="{96DA45BA-0F8A-4A64-8B62-9586386978BE}"/>
              </a:ext>
            </a:extLst>
          </p:cNvPr>
          <p:cNvGrpSpPr/>
          <p:nvPr userDrawn="1"/>
        </p:nvGrpSpPr>
        <p:grpSpPr>
          <a:xfrm>
            <a:off x="5731125" y="685800"/>
            <a:ext cx="504370" cy="544340"/>
            <a:chOff x="10917026" y="837879"/>
            <a:chExt cx="513774" cy="554490"/>
          </a:xfrm>
        </p:grpSpPr>
        <p:sp>
          <p:nvSpPr>
            <p:cNvPr id="3" name="Graphic 12">
              <a:extLst>
                <a:ext uri="{FF2B5EF4-FFF2-40B4-BE49-F238E27FC236}">
                  <a16:creationId xmlns:a16="http://schemas.microsoft.com/office/drawing/2014/main" id="{37384074-2785-F317-D94C-0A50BF6CF2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29AE60DE-4722-9C1D-3B24-48359F2978F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252AF6E6-C7EE-AC03-2270-108B472CD8A6}"/>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940440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788E269-88CE-8C16-5FFA-6422CB84D5CA}"/>
              </a:ext>
              <a:ext uri="{C183D7F6-B498-43B3-948B-1728B52AA6E4}">
                <adec:decorative xmlns:adec="http://schemas.microsoft.com/office/drawing/2017/decorative" val="1"/>
              </a:ext>
            </a:extLst>
          </p:cNvPr>
          <p:cNvSpPr/>
          <p:nvPr userDrawn="1"/>
        </p:nvSpPr>
        <p:spPr>
          <a:xfrm>
            <a:off x="-13138" y="1524"/>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A900E387-922C-953A-843A-B9F023262BD7}"/>
              </a:ext>
            </a:extLst>
          </p:cNvPr>
          <p:cNvSpPr>
            <a:spLocks noGrp="1"/>
          </p:cNvSpPr>
          <p:nvPr>
            <p:ph type="title"/>
          </p:nvPr>
        </p:nvSpPr>
        <p:spPr>
          <a:xfrm>
            <a:off x="7178104" y="731520"/>
            <a:ext cx="3566160" cy="1463040"/>
          </a:xfrm>
        </p:spPr>
        <p:txBody>
          <a:bodyPr anchor="b">
            <a:noAutofit/>
          </a:bodyPr>
          <a:lstStyle>
            <a:lvl1pPr>
              <a:defRPr sz="4000"/>
            </a:lvl1pPr>
          </a:lstStyle>
          <a:p>
            <a:r>
              <a:rPr lang="en-US" dirty="0"/>
              <a:t>Click to edit Master title style</a:t>
            </a:r>
          </a:p>
        </p:txBody>
      </p:sp>
      <p:sp>
        <p:nvSpPr>
          <p:cNvPr id="14" name="Picture Placeholder 19">
            <a:extLst>
              <a:ext uri="{FF2B5EF4-FFF2-40B4-BE49-F238E27FC236}">
                <a16:creationId xmlns:a16="http://schemas.microsoft.com/office/drawing/2014/main" id="{38E1518C-B8DA-5FB3-D59D-3C0852649A63}"/>
              </a:ext>
            </a:extLst>
          </p:cNvPr>
          <p:cNvSpPr>
            <a:spLocks noGrp="1"/>
          </p:cNvSpPr>
          <p:nvPr>
            <p:ph type="pic" sz="quarter" idx="18" hasCustomPrompt="1"/>
          </p:nvPr>
        </p:nvSpPr>
        <p:spPr>
          <a:xfrm>
            <a:off x="288485" y="303276"/>
            <a:ext cx="5677791" cy="6251447"/>
          </a:xfrm>
          <a:blipFill>
            <a:blip r:embed="rId2">
              <a:alphaModFix amt="60000"/>
            </a:blip>
            <a:stretch>
              <a:fillRect/>
            </a:stretch>
          </a:blipFill>
        </p:spPr>
        <p:txBody>
          <a:bodyPr/>
          <a:lstStyle>
            <a:lvl1pPr marL="0" indent="0">
              <a:buNone/>
              <a:defRPr/>
            </a:lvl1pPr>
          </a:lstStyle>
          <a:p>
            <a:r>
              <a:rPr lang="en-US" dirty="0"/>
              <a:t>  </a:t>
            </a:r>
          </a:p>
        </p:txBody>
      </p:sp>
      <p:sp>
        <p:nvSpPr>
          <p:cNvPr id="12" name="Content Placeholder 7">
            <a:extLst>
              <a:ext uri="{FF2B5EF4-FFF2-40B4-BE49-F238E27FC236}">
                <a16:creationId xmlns:a16="http://schemas.microsoft.com/office/drawing/2014/main" id="{35F0A005-5A5E-B738-FB00-880E7ABF3C82}"/>
              </a:ext>
            </a:extLst>
          </p:cNvPr>
          <p:cNvSpPr>
            <a:spLocks noGrp="1"/>
          </p:cNvSpPr>
          <p:nvPr>
            <p:ph sz="quarter" idx="14"/>
          </p:nvPr>
        </p:nvSpPr>
        <p:spPr>
          <a:xfrm>
            <a:off x="7178233" y="2373638"/>
            <a:ext cx="3466596"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178105" y="6343955"/>
            <a:ext cx="2012061"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9190166" y="6343955"/>
            <a:ext cx="922372" cy="365125"/>
          </a:xfrm>
        </p:spPr>
        <p:txBody>
          <a:bodyPr/>
          <a:lstStyle/>
          <a:p>
            <a:fld id="{0B4A3A31-ACEE-4A00-9ED7-D579651BDB0B}" type="datetime1">
              <a:rPr lang="en-US" smtClean="0"/>
              <a:t>12/10/2025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212180" y="6343955"/>
            <a:ext cx="429207" cy="365125"/>
          </a:xfrm>
        </p:spPr>
        <p:txBody>
          <a:bodyPr/>
          <a:lstStyle/>
          <a:p>
            <a:fld id="{AEAA3239-9EA4-4A65-A281-97F994456D9F}" type="slidenum">
              <a:rPr lang="en-US" smtClean="0"/>
              <a:t>‹#›</a:t>
            </a:fld>
            <a:endParaRPr lang="en-US"/>
          </a:p>
        </p:txBody>
      </p:sp>
      <p:grpSp>
        <p:nvGrpSpPr>
          <p:cNvPr id="15" name="Group 14">
            <a:extLst>
              <a:ext uri="{FF2B5EF4-FFF2-40B4-BE49-F238E27FC236}">
                <a16:creationId xmlns:a16="http://schemas.microsoft.com/office/drawing/2014/main" id="{F5085F88-91FD-D282-D563-71C441A10FEE}"/>
              </a:ext>
            </a:extLst>
          </p:cNvPr>
          <p:cNvGrpSpPr/>
          <p:nvPr userDrawn="1"/>
        </p:nvGrpSpPr>
        <p:grpSpPr>
          <a:xfrm>
            <a:off x="11078040" y="685800"/>
            <a:ext cx="504370" cy="544340"/>
            <a:chOff x="10917026" y="837879"/>
            <a:chExt cx="513774" cy="554490"/>
          </a:xfrm>
        </p:grpSpPr>
        <p:sp>
          <p:nvSpPr>
            <p:cNvPr id="16" name="Graphic 12">
              <a:extLst>
                <a:ext uri="{FF2B5EF4-FFF2-40B4-BE49-F238E27FC236}">
                  <a16:creationId xmlns:a16="http://schemas.microsoft.com/office/drawing/2014/main" id="{46032939-0CC3-2255-D3BA-4C4BA045A7F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17" name="Graphic 13">
              <a:extLst>
                <a:ext uri="{FF2B5EF4-FFF2-40B4-BE49-F238E27FC236}">
                  <a16:creationId xmlns:a16="http://schemas.microsoft.com/office/drawing/2014/main" id="{326CB967-92AC-04E3-A374-19C8169244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18" name="Graphic 15">
              <a:extLst>
                <a:ext uri="{FF2B5EF4-FFF2-40B4-BE49-F238E27FC236}">
                  <a16:creationId xmlns:a16="http://schemas.microsoft.com/office/drawing/2014/main" id="{3467D95A-0128-AF21-E271-EC4877C892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Tree>
    <p:extLst>
      <p:ext uri="{BB962C8B-B14F-4D97-AF65-F5344CB8AC3E}">
        <p14:creationId xmlns:p14="http://schemas.microsoft.com/office/powerpoint/2010/main" val="33574191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19" y="731520"/>
            <a:ext cx="3734215" cy="1463040"/>
          </a:xfrm>
        </p:spPr>
        <p:txBody>
          <a:bodyPr anchor="b">
            <a:noAutofit/>
          </a:bodyPr>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2373638"/>
            <a:ext cx="3466596"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31520" y="6343955"/>
            <a:ext cx="1637337"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3617591" y="6343955"/>
            <a:ext cx="949766" cy="365125"/>
          </a:xfrm>
        </p:spPr>
        <p:txBody>
          <a:bodyPr/>
          <a:lstStyle/>
          <a:p>
            <a:fld id="{0D1F969F-5863-4766-8113-71CA528EC836}" type="datetime1">
              <a:rPr lang="en-US" smtClean="0"/>
              <a:t>12/10/2025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4567357" y="6343955"/>
            <a:ext cx="429207" cy="365125"/>
          </a:xfrm>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D6D97762-21CE-742F-476A-8D113FA7710B}"/>
              </a:ext>
              <a:ext uri="{C183D7F6-B498-43B3-948B-1728B52AA6E4}">
                <adec:decorative xmlns:adec="http://schemas.microsoft.com/office/drawing/2017/decorative" val="1"/>
              </a:ext>
            </a:extLst>
          </p:cNvPr>
          <p:cNvSpPr/>
          <p:nvPr userDrawn="1"/>
        </p:nvSpPr>
        <p:spPr>
          <a:xfrm>
            <a:off x="5910835" y="0"/>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19">
            <a:extLst>
              <a:ext uri="{FF2B5EF4-FFF2-40B4-BE49-F238E27FC236}">
                <a16:creationId xmlns:a16="http://schemas.microsoft.com/office/drawing/2014/main" id="{3A0DA082-043B-10E6-F85B-5FE613224E99}"/>
              </a:ext>
            </a:extLst>
          </p:cNvPr>
          <p:cNvSpPr>
            <a:spLocks noGrp="1"/>
          </p:cNvSpPr>
          <p:nvPr>
            <p:ph type="pic" sz="quarter" idx="18" hasCustomPrompt="1"/>
          </p:nvPr>
        </p:nvSpPr>
        <p:spPr>
          <a:xfrm>
            <a:off x="6212458" y="301752"/>
            <a:ext cx="5677791" cy="6251447"/>
          </a:xfrm>
          <a:blipFill>
            <a:blip r:embed="rId2">
              <a:alphaModFix amt="60000"/>
            </a:blip>
            <a:stretch>
              <a:fillRect/>
            </a:stretch>
          </a:blipFill>
        </p:spPr>
        <p:txBody>
          <a:bodyPr/>
          <a:lstStyle>
            <a:lvl1pPr marL="0" indent="0">
              <a:buNone/>
              <a:defRPr/>
            </a:lvl1pPr>
          </a:lstStyle>
          <a:p>
            <a:r>
              <a:rPr lang="en-US" dirty="0"/>
              <a:t>  </a:t>
            </a:r>
          </a:p>
        </p:txBody>
      </p:sp>
      <p:grpSp>
        <p:nvGrpSpPr>
          <p:cNvPr id="6" name="Group 5">
            <a:extLst>
              <a:ext uri="{FF2B5EF4-FFF2-40B4-BE49-F238E27FC236}">
                <a16:creationId xmlns:a16="http://schemas.microsoft.com/office/drawing/2014/main" id="{9A8D083D-C540-D2F5-A63D-179C0B9297D1}"/>
              </a:ext>
            </a:extLst>
          </p:cNvPr>
          <p:cNvGrpSpPr/>
          <p:nvPr userDrawn="1"/>
        </p:nvGrpSpPr>
        <p:grpSpPr>
          <a:xfrm>
            <a:off x="4708236" y="685800"/>
            <a:ext cx="504370" cy="544340"/>
            <a:chOff x="10917026" y="837879"/>
            <a:chExt cx="513774" cy="554490"/>
          </a:xfrm>
        </p:grpSpPr>
        <p:sp>
          <p:nvSpPr>
            <p:cNvPr id="7" name="Graphic 12">
              <a:extLst>
                <a:ext uri="{FF2B5EF4-FFF2-40B4-BE49-F238E27FC236}">
                  <a16:creationId xmlns:a16="http://schemas.microsoft.com/office/drawing/2014/main" id="{C093ED64-0C42-9BE5-744F-84BC0FC56BC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1" name="Graphic 13">
              <a:extLst>
                <a:ext uri="{FF2B5EF4-FFF2-40B4-BE49-F238E27FC236}">
                  <a16:creationId xmlns:a16="http://schemas.microsoft.com/office/drawing/2014/main" id="{FEC78D10-4FD6-6427-73BE-7E91E74A3A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2" name="Graphic 15">
              <a:extLst>
                <a:ext uri="{FF2B5EF4-FFF2-40B4-BE49-F238E27FC236}">
                  <a16:creationId xmlns:a16="http://schemas.microsoft.com/office/drawing/2014/main" id="{1F87DA6C-8CB7-C8C3-42EF-FB410EF4E4A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1462785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1568231-6EE1-C9D1-731F-866CD76D7217}"/>
              </a:ext>
              <a:ext uri="{C183D7F6-B498-43B3-948B-1728B52AA6E4}">
                <adec:decorative xmlns:adec="http://schemas.microsoft.com/office/drawing/2017/decorative" val="1"/>
              </a:ext>
            </a:extLst>
          </p:cNvPr>
          <p:cNvSpPr/>
          <p:nvPr userDrawn="1"/>
        </p:nvSpPr>
        <p:spPr>
          <a:xfrm>
            <a:off x="-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8CADE79-1143-4025-5E81-CDF840A55570}"/>
              </a:ext>
            </a:extLst>
          </p:cNvPr>
          <p:cNvGrpSpPr/>
          <p:nvPr userDrawn="1"/>
        </p:nvGrpSpPr>
        <p:grpSpPr>
          <a:xfrm>
            <a:off x="11078040" y="685800"/>
            <a:ext cx="504370" cy="544340"/>
            <a:chOff x="10917026" y="837879"/>
            <a:chExt cx="513774" cy="554490"/>
          </a:xfrm>
        </p:grpSpPr>
        <p:sp>
          <p:nvSpPr>
            <p:cNvPr id="19" name="Graphic 12">
              <a:extLst>
                <a:ext uri="{FF2B5EF4-FFF2-40B4-BE49-F238E27FC236}">
                  <a16:creationId xmlns:a16="http://schemas.microsoft.com/office/drawing/2014/main" id="{AED6A418-02F5-0E8F-B066-68C4FC75E8F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20" name="Graphic 13">
              <a:extLst>
                <a:ext uri="{FF2B5EF4-FFF2-40B4-BE49-F238E27FC236}">
                  <a16:creationId xmlns:a16="http://schemas.microsoft.com/office/drawing/2014/main" id="{78A9BA8F-867C-C0C4-EAFC-DD16736ECDE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21" name="Graphic 15">
              <a:extLst>
                <a:ext uri="{FF2B5EF4-FFF2-40B4-BE49-F238E27FC236}">
                  <a16:creationId xmlns:a16="http://schemas.microsoft.com/office/drawing/2014/main" id="{E36243AC-DEA9-2BB6-9493-F12EF61BAC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4" name="Title 1">
            <a:extLst>
              <a:ext uri="{FF2B5EF4-FFF2-40B4-BE49-F238E27FC236}">
                <a16:creationId xmlns:a16="http://schemas.microsoft.com/office/drawing/2014/main" id="{0BF1A3E9-2DA8-EFCD-1945-10B7E4A7FC17}"/>
              </a:ext>
            </a:extLst>
          </p:cNvPr>
          <p:cNvSpPr>
            <a:spLocks noGrp="1"/>
          </p:cNvSpPr>
          <p:nvPr>
            <p:ph type="title"/>
          </p:nvPr>
        </p:nvSpPr>
        <p:spPr>
          <a:xfrm>
            <a:off x="7913788" y="731519"/>
            <a:ext cx="2699254" cy="2377440"/>
          </a:xfrm>
        </p:spPr>
        <p:txBody>
          <a:bodyPr anchor="b">
            <a:noAutofit/>
          </a:bodyPr>
          <a:lstStyle/>
          <a:p>
            <a:r>
              <a:rPr lang="en-US" dirty="0"/>
              <a:t>Click to edit Master title style</a:t>
            </a:r>
          </a:p>
        </p:txBody>
      </p:sp>
      <p:sp>
        <p:nvSpPr>
          <p:cNvPr id="16" name="Picture Placeholder 19">
            <a:extLst>
              <a:ext uri="{FF2B5EF4-FFF2-40B4-BE49-F238E27FC236}">
                <a16:creationId xmlns:a16="http://schemas.microsoft.com/office/drawing/2014/main" id="{5B7D5800-440E-ABD3-D549-DBAB5788D851}"/>
              </a:ext>
            </a:extLst>
          </p:cNvPr>
          <p:cNvSpPr>
            <a:spLocks noGrp="1"/>
          </p:cNvSpPr>
          <p:nvPr>
            <p:ph type="pic" sz="quarter" idx="18" hasCustomPrompt="1"/>
          </p:nvPr>
        </p:nvSpPr>
        <p:spPr>
          <a:xfrm>
            <a:off x="306362" y="301752"/>
            <a:ext cx="6402283" cy="6251447"/>
          </a:xfrm>
          <a:blipFill>
            <a:blip r:embed="rId2">
              <a:alphaModFix amt="60000"/>
            </a:blip>
            <a:stretch>
              <a:fillRect/>
            </a:stretch>
          </a:blipFill>
        </p:spPr>
        <p:txBody>
          <a:bodyPr/>
          <a:lstStyle>
            <a:lvl1pPr marL="0" indent="0">
              <a:buNone/>
              <a:defRPr/>
            </a:lvl1pPr>
          </a:lstStyle>
          <a:p>
            <a:r>
              <a:rPr lang="en-US" dirty="0"/>
              <a:t>  </a:t>
            </a:r>
          </a:p>
        </p:txBody>
      </p:sp>
      <p:sp>
        <p:nvSpPr>
          <p:cNvPr id="25" name="Content Placeholder 7">
            <a:extLst>
              <a:ext uri="{FF2B5EF4-FFF2-40B4-BE49-F238E27FC236}">
                <a16:creationId xmlns:a16="http://schemas.microsoft.com/office/drawing/2014/main" id="{EBCA59A2-F29D-63E1-CCFC-C5630CD91770}"/>
              </a:ext>
            </a:extLst>
          </p:cNvPr>
          <p:cNvSpPr>
            <a:spLocks noGrp="1"/>
          </p:cNvSpPr>
          <p:nvPr>
            <p:ph sz="quarter" idx="14"/>
          </p:nvPr>
        </p:nvSpPr>
        <p:spPr>
          <a:xfrm>
            <a:off x="7914782" y="3337720"/>
            <a:ext cx="2693346" cy="265625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913788" y="6343955"/>
            <a:ext cx="1404460"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29261" y="6343955"/>
            <a:ext cx="854573" cy="365125"/>
          </a:xfrm>
        </p:spPr>
        <p:txBody>
          <a:bodyPr/>
          <a:lstStyle>
            <a:lvl1pPr>
              <a:defRPr>
                <a:solidFill>
                  <a:schemeClr val="bg1">
                    <a:lumMod val="65000"/>
                  </a:schemeClr>
                </a:solidFill>
                <a:effectLst/>
              </a:defRPr>
            </a:lvl1pPr>
          </a:lstStyle>
          <a:p>
            <a:fld id="{FAD7B7F7-7F90-4F0B-A996-5443656EFF4A}" type="datetime1">
              <a:rPr lang="en-US" smtClean="0"/>
              <a:pPr/>
              <a:t>12/10/2025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183835"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44380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3B3EF42-50EE-E6A8-A9C2-7AFE6D442ADC}"/>
              </a:ext>
              <a:ext uri="{C183D7F6-B498-43B3-948B-1728B52AA6E4}">
                <adec:decorative xmlns:adec="http://schemas.microsoft.com/office/drawing/2017/decorative" val="1"/>
              </a:ext>
            </a:extLst>
          </p:cNvPr>
          <p:cNvSpPr/>
          <p:nvPr userDrawn="1"/>
        </p:nvSpPr>
        <p:spPr>
          <a:xfrm>
            <a:off x="519684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9252F0D5-BB41-D48B-86B3-F11E48AF7EA8}"/>
              </a:ext>
            </a:extLst>
          </p:cNvPr>
          <p:cNvGrpSpPr/>
          <p:nvPr userDrawn="1"/>
        </p:nvGrpSpPr>
        <p:grpSpPr>
          <a:xfrm>
            <a:off x="3894778" y="685800"/>
            <a:ext cx="504370" cy="544340"/>
            <a:chOff x="10917026" y="837879"/>
            <a:chExt cx="513774" cy="554490"/>
          </a:xfrm>
        </p:grpSpPr>
        <p:sp>
          <p:nvSpPr>
            <p:cNvPr id="11" name="Graphic 12">
              <a:extLst>
                <a:ext uri="{FF2B5EF4-FFF2-40B4-BE49-F238E27FC236}">
                  <a16:creationId xmlns:a16="http://schemas.microsoft.com/office/drawing/2014/main" id="{6296570F-FB5B-F825-C362-F81EFAF021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16" name="Graphic 13">
              <a:extLst>
                <a:ext uri="{FF2B5EF4-FFF2-40B4-BE49-F238E27FC236}">
                  <a16:creationId xmlns:a16="http://schemas.microsoft.com/office/drawing/2014/main" id="{4C1B3463-18E1-346D-1A07-8930AA65C10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17" name="Graphic 15">
              <a:extLst>
                <a:ext uri="{FF2B5EF4-FFF2-40B4-BE49-F238E27FC236}">
                  <a16:creationId xmlns:a16="http://schemas.microsoft.com/office/drawing/2014/main" id="{93FF8579-2163-3C63-2EAE-9C03E5709D0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0" name="Title 1">
            <a:extLst>
              <a:ext uri="{FF2B5EF4-FFF2-40B4-BE49-F238E27FC236}">
                <a16:creationId xmlns:a16="http://schemas.microsoft.com/office/drawing/2014/main" id="{24B91569-6261-A0AF-CAF5-5AAD160092EB}"/>
              </a:ext>
            </a:extLst>
          </p:cNvPr>
          <p:cNvSpPr>
            <a:spLocks noGrp="1"/>
          </p:cNvSpPr>
          <p:nvPr>
            <p:ph type="title"/>
          </p:nvPr>
        </p:nvSpPr>
        <p:spPr>
          <a:xfrm>
            <a:off x="730526" y="731519"/>
            <a:ext cx="2699254" cy="2377440"/>
          </a:xfrm>
        </p:spPr>
        <p:txBody>
          <a:bodyPr anchor="b">
            <a:noAutofit/>
          </a:bodyPr>
          <a:lstStyle/>
          <a:p>
            <a:r>
              <a:rPr lang="en-US" dirty="0"/>
              <a:t>Click to edit Master title style</a:t>
            </a:r>
          </a:p>
        </p:txBody>
      </p:sp>
      <p:sp>
        <p:nvSpPr>
          <p:cNvPr id="21" name="Content Placeholder 7">
            <a:extLst>
              <a:ext uri="{FF2B5EF4-FFF2-40B4-BE49-F238E27FC236}">
                <a16:creationId xmlns:a16="http://schemas.microsoft.com/office/drawing/2014/main" id="{8C24D5D5-972A-AD73-FCA8-59A4C6B48FA9}"/>
              </a:ext>
            </a:extLst>
          </p:cNvPr>
          <p:cNvSpPr>
            <a:spLocks noGrp="1"/>
          </p:cNvSpPr>
          <p:nvPr>
            <p:ph sz="quarter" idx="14"/>
          </p:nvPr>
        </p:nvSpPr>
        <p:spPr>
          <a:xfrm>
            <a:off x="731520" y="3337720"/>
            <a:ext cx="2693346" cy="265625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5">
            <a:extLst>
              <a:ext uri="{FF2B5EF4-FFF2-40B4-BE49-F238E27FC236}">
                <a16:creationId xmlns:a16="http://schemas.microsoft.com/office/drawing/2014/main" id="{87D31BD8-3002-3D4D-9B87-D0017F5E678A}"/>
              </a:ext>
            </a:extLst>
          </p:cNvPr>
          <p:cNvSpPr>
            <a:spLocks noGrp="1"/>
          </p:cNvSpPr>
          <p:nvPr>
            <p:ph type="ftr" sz="quarter" idx="11"/>
          </p:nvPr>
        </p:nvSpPr>
        <p:spPr>
          <a:xfrm>
            <a:off x="730526" y="6343955"/>
            <a:ext cx="1404460" cy="365125"/>
          </a:xfrm>
        </p:spPr>
        <p:txBody>
          <a:bodyPr/>
          <a:lstStyle/>
          <a:p>
            <a:r>
              <a:rPr lang="en-US"/>
              <a:t>Sample Footer Text</a:t>
            </a:r>
          </a:p>
        </p:txBody>
      </p:sp>
      <p:sp>
        <p:nvSpPr>
          <p:cNvPr id="3" name="Date Placeholder 4">
            <a:extLst>
              <a:ext uri="{FF2B5EF4-FFF2-40B4-BE49-F238E27FC236}">
                <a16:creationId xmlns:a16="http://schemas.microsoft.com/office/drawing/2014/main" id="{7E9A08EF-98CF-24AA-BB25-5C3DE6B90335}"/>
              </a:ext>
            </a:extLst>
          </p:cNvPr>
          <p:cNvSpPr>
            <a:spLocks noGrp="1"/>
          </p:cNvSpPr>
          <p:nvPr>
            <p:ph type="dt" sz="half" idx="10"/>
          </p:nvPr>
        </p:nvSpPr>
        <p:spPr>
          <a:xfrm>
            <a:off x="2145999" y="6343955"/>
            <a:ext cx="854573" cy="365125"/>
          </a:xfrm>
        </p:spPr>
        <p:txBody>
          <a:bodyPr/>
          <a:lstStyle>
            <a:lvl1pPr>
              <a:defRPr>
                <a:solidFill>
                  <a:schemeClr val="bg1">
                    <a:lumMod val="65000"/>
                  </a:schemeClr>
                </a:solidFill>
                <a:effectLst/>
              </a:defRPr>
            </a:lvl1pPr>
          </a:lstStyle>
          <a:p>
            <a:fld id="{FAD7B7F7-7F90-4F0B-A996-5443656EFF4A}" type="datetime1">
              <a:rPr lang="en-US" smtClean="0"/>
              <a:pPr/>
              <a:t>12/10/2025</a:t>
            </a:fld>
            <a:endParaRPr lang="en-US"/>
          </a:p>
        </p:txBody>
      </p:sp>
      <p:sp>
        <p:nvSpPr>
          <p:cNvPr id="9" name="Slide Number Placeholder 6">
            <a:extLst>
              <a:ext uri="{FF2B5EF4-FFF2-40B4-BE49-F238E27FC236}">
                <a16:creationId xmlns:a16="http://schemas.microsoft.com/office/drawing/2014/main" id="{C210CE1A-436A-BCAA-2323-18AE3B537B07}"/>
              </a:ext>
            </a:extLst>
          </p:cNvPr>
          <p:cNvSpPr>
            <a:spLocks noGrp="1"/>
          </p:cNvSpPr>
          <p:nvPr>
            <p:ph type="sldNum" sz="quarter" idx="12"/>
          </p:nvPr>
        </p:nvSpPr>
        <p:spPr>
          <a:xfrm>
            <a:off x="3000573" y="6343955"/>
            <a:ext cx="429207" cy="365125"/>
          </a:xfrm>
        </p:spPr>
        <p:txBody>
          <a:bodyPr/>
          <a:lstStyle/>
          <a:p>
            <a:fld id="{AEAA3239-9EA4-4A65-A281-97F994456D9F}" type="slidenum">
              <a:rPr lang="en-US" smtClean="0"/>
              <a:t>‹#›</a:t>
            </a:fld>
            <a:endParaRPr lang="en-US"/>
          </a:p>
        </p:txBody>
      </p:sp>
      <p:sp>
        <p:nvSpPr>
          <p:cNvPr id="19" name="Picture Placeholder 19">
            <a:extLst>
              <a:ext uri="{FF2B5EF4-FFF2-40B4-BE49-F238E27FC236}">
                <a16:creationId xmlns:a16="http://schemas.microsoft.com/office/drawing/2014/main" id="{988477FF-DF9B-F437-734F-A0142244B586}"/>
              </a:ext>
            </a:extLst>
          </p:cNvPr>
          <p:cNvSpPr>
            <a:spLocks noGrp="1"/>
          </p:cNvSpPr>
          <p:nvPr>
            <p:ph type="pic" sz="quarter" idx="18" hasCustomPrompt="1"/>
          </p:nvPr>
        </p:nvSpPr>
        <p:spPr>
          <a:xfrm>
            <a:off x="5503204" y="301752"/>
            <a:ext cx="6402283" cy="6251447"/>
          </a:xfrm>
          <a:blipFill>
            <a:blip r:embed="rId2">
              <a:alphaModFix amt="6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640094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B302C0F-215C-1849-F2CD-D38FAE1207A7}"/>
              </a:ext>
              <a:ext uri="{C183D7F6-B498-43B3-948B-1728B52AA6E4}">
                <adec:decorative xmlns:adec="http://schemas.microsoft.com/office/drawing/2017/decorative" val="1"/>
              </a:ext>
            </a:extLst>
          </p:cNvPr>
          <p:cNvSpPr/>
          <p:nvPr userDrawn="1"/>
        </p:nvSpPr>
        <p:spPr>
          <a:xfrm>
            <a:off x="1" y="-28075"/>
            <a:ext cx="12191999" cy="4013453"/>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75079"/>
            <a:ext cx="4019522" cy="1440859"/>
          </a:xfrm>
        </p:spPr>
        <p:txBody>
          <a:bodyPr anchor="t">
            <a:noAutofit/>
          </a:bodyPr>
          <a:lstStyle>
            <a:lvl1pPr>
              <a:defRPr sz="4000"/>
            </a:lvl1pPr>
          </a:lstStyle>
          <a:p>
            <a:r>
              <a:rPr lang="en-US" dirty="0"/>
              <a:t>Click to edit Master title style</a:t>
            </a:r>
          </a:p>
        </p:txBody>
      </p:sp>
      <p:sp>
        <p:nvSpPr>
          <p:cNvPr id="15" name="Picture Placeholder 19">
            <a:extLst>
              <a:ext uri="{FF2B5EF4-FFF2-40B4-BE49-F238E27FC236}">
                <a16:creationId xmlns:a16="http://schemas.microsoft.com/office/drawing/2014/main" id="{D1FCC322-5ACB-9932-4C8F-E214F3C843F1}"/>
              </a:ext>
            </a:extLst>
          </p:cNvPr>
          <p:cNvSpPr>
            <a:spLocks noGrp="1"/>
          </p:cNvSpPr>
          <p:nvPr>
            <p:ph type="pic" sz="quarter" idx="18" hasCustomPrompt="1"/>
          </p:nvPr>
        </p:nvSpPr>
        <p:spPr>
          <a:xfrm>
            <a:off x="301752" y="273678"/>
            <a:ext cx="11588495" cy="3438022"/>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845275" y="4775079"/>
            <a:ext cx="5737126" cy="1440859"/>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12/10/2025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932469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CD7DBFA-3A9D-FCBF-D7B9-EF1518046D3D}"/>
              </a:ext>
              <a:ext uri="{C183D7F6-B498-43B3-948B-1728B52AA6E4}">
                <adec:decorative xmlns:adec="http://schemas.microsoft.com/office/drawing/2017/decorative" val="1"/>
              </a:ext>
            </a:extLst>
          </p:cNvPr>
          <p:cNvSpPr/>
          <p:nvPr userDrawn="1"/>
        </p:nvSpPr>
        <p:spPr>
          <a:xfrm>
            <a:off x="1" y="0"/>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47643"/>
            <a:ext cx="2926080" cy="2194560"/>
          </a:xfrm>
        </p:spPr>
        <p:txBody>
          <a:bodyPr anchor="t">
            <a:noAutofit/>
          </a:bodyPr>
          <a:lstStyle>
            <a:lvl1pPr>
              <a:defRPr sz="4000"/>
            </a:lvl1pPr>
          </a:lstStyle>
          <a:p>
            <a:r>
              <a:rPr lang="en-US" dirty="0"/>
              <a:t>Click to edit Master title style</a:t>
            </a:r>
          </a:p>
        </p:txBody>
      </p:sp>
      <p:sp>
        <p:nvSpPr>
          <p:cNvPr id="10" name="Picture Placeholder 19">
            <a:extLst>
              <a:ext uri="{FF2B5EF4-FFF2-40B4-BE49-F238E27FC236}">
                <a16:creationId xmlns:a16="http://schemas.microsoft.com/office/drawing/2014/main" id="{233FA5CD-83DF-C53D-9AC4-59590A417E6B}"/>
              </a:ext>
            </a:extLst>
          </p:cNvPr>
          <p:cNvSpPr>
            <a:spLocks noGrp="1"/>
          </p:cNvSpPr>
          <p:nvPr>
            <p:ph type="pic" sz="quarter" idx="18" hasCustomPrompt="1"/>
          </p:nvPr>
        </p:nvSpPr>
        <p:spPr>
          <a:xfrm>
            <a:off x="301752" y="299796"/>
            <a:ext cx="11588495" cy="2364808"/>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57600" y="3847643"/>
            <a:ext cx="7772400"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a:lstStyle/>
          <a:p>
            <a:fld id="{1B948B66-4D7B-4FF2-9F42-B85226272225}" type="datetime1">
              <a:rPr lang="en-US" smtClean="0"/>
              <a:t>12/10/2025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5"/>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85680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E85AAF3-BCAF-E9E6-4485-B600BEDA99FE}"/>
              </a:ext>
              <a:ext uri="{C183D7F6-B498-43B3-948B-1728B52AA6E4}">
                <adec:decorative xmlns:adec="http://schemas.microsoft.com/office/drawing/2017/decorative" val="1"/>
              </a:ext>
            </a:extLst>
          </p:cNvPr>
          <p:cNvSpPr/>
          <p:nvPr userDrawn="1"/>
        </p:nvSpPr>
        <p:spPr>
          <a:xfrm>
            <a:off x="1" y="3887633"/>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57143"/>
            <a:ext cx="2926080" cy="1828800"/>
          </a:xfrm>
        </p:spPr>
        <p:txBody>
          <a:bodyPr anchor="t">
            <a:no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292222"/>
            <a:ext cx="279102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92222"/>
            <a:ext cx="1559379" cy="365125"/>
          </a:xfrm>
        </p:spPr>
        <p:txBody>
          <a:bodyPr/>
          <a:lstStyle/>
          <a:p>
            <a:fld id="{6D1D18D0-7308-42C5-B784-8892F327ABD3}" type="datetime1">
              <a:rPr lang="en-US" smtClean="0"/>
              <a:t>12/10/2025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92222"/>
            <a:ext cx="429207"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57600" y="957143"/>
            <a:ext cx="7772400"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9">
            <a:extLst>
              <a:ext uri="{FF2B5EF4-FFF2-40B4-BE49-F238E27FC236}">
                <a16:creationId xmlns:a16="http://schemas.microsoft.com/office/drawing/2014/main" id="{AF3AF093-BCC1-791C-3310-AA13D4B074A3}"/>
              </a:ext>
            </a:extLst>
          </p:cNvPr>
          <p:cNvSpPr>
            <a:spLocks noGrp="1"/>
          </p:cNvSpPr>
          <p:nvPr>
            <p:ph type="pic" sz="quarter" idx="18" hasCustomPrompt="1"/>
          </p:nvPr>
        </p:nvSpPr>
        <p:spPr>
          <a:xfrm>
            <a:off x="301752" y="4187429"/>
            <a:ext cx="11588495" cy="2364808"/>
          </a:xfrm>
          <a:blipFill>
            <a:blip r:embed="rId2">
              <a:alphaModFix amt="6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06492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9311382" cy="914400"/>
          </a:xfrm>
        </p:spPr>
        <p:txBody>
          <a:bodyPr anchor="b"/>
          <a:lstStyle/>
          <a:p>
            <a:r>
              <a:rPr lang="en-US" dirty="0"/>
              <a:t>Click to edit Master title style</a:t>
            </a:r>
          </a:p>
        </p:txBody>
      </p:sp>
      <p:sp>
        <p:nvSpPr>
          <p:cNvPr id="6" name="Content Placeholder 7">
            <a:extLst>
              <a:ext uri="{FF2B5EF4-FFF2-40B4-BE49-F238E27FC236}">
                <a16:creationId xmlns:a16="http://schemas.microsoft.com/office/drawing/2014/main" id="{C764A54E-2F07-76F5-5619-B735BDCD95E0}"/>
              </a:ext>
            </a:extLst>
          </p:cNvPr>
          <p:cNvSpPr>
            <a:spLocks noGrp="1"/>
          </p:cNvSpPr>
          <p:nvPr>
            <p:ph sz="quarter" idx="18"/>
          </p:nvPr>
        </p:nvSpPr>
        <p:spPr>
          <a:xfrm>
            <a:off x="731520" y="1981200"/>
            <a:ext cx="6662928" cy="40386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E0A044FC-C278-1630-7174-160686C56B20}"/>
              </a:ext>
              <a:ext uri="{C183D7F6-B498-43B3-948B-1728B52AA6E4}">
                <adec:decorative xmlns:adec="http://schemas.microsoft.com/office/drawing/2017/decorative" val="1"/>
              </a:ext>
            </a:extLst>
          </p:cNvPr>
          <p:cNvSpPr/>
          <p:nvPr userDrawn="1"/>
        </p:nvSpPr>
        <p:spPr>
          <a:xfrm>
            <a:off x="7696199"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19">
            <a:extLst>
              <a:ext uri="{FF2B5EF4-FFF2-40B4-BE49-F238E27FC236}">
                <a16:creationId xmlns:a16="http://schemas.microsoft.com/office/drawing/2014/main" id="{DBC0D37F-9620-589D-EF0C-BA5C2E9FC9E8}"/>
              </a:ext>
            </a:extLst>
          </p:cNvPr>
          <p:cNvSpPr>
            <a:spLocks noGrp="1"/>
          </p:cNvSpPr>
          <p:nvPr>
            <p:ph type="pic" sz="quarter" idx="19" hasCustomPrompt="1"/>
          </p:nvPr>
        </p:nvSpPr>
        <p:spPr>
          <a:xfrm>
            <a:off x="7997951" y="2287524"/>
            <a:ext cx="3282698" cy="3421303"/>
          </a:xfrm>
          <a:blipFill>
            <a:blip r:embed="rId2">
              <a:alphaModFix amt="6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055525"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75503" y="6342528"/>
            <a:ext cx="1449697" cy="365125"/>
          </a:xfrm>
        </p:spPr>
        <p:txBody>
          <a:bodyPr/>
          <a:lstStyle/>
          <a:p>
            <a:fld id="{F033B22D-4ADF-4F85-9D05-706FE7DF6EFA}" type="datetime1">
              <a:rPr lang="en-US" smtClean="0"/>
              <a:t>12/10/2025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9340" y="6342528"/>
            <a:ext cx="443060" cy="365125"/>
          </a:xfrm>
        </p:spPr>
        <p:txBody>
          <a:bodyPr/>
          <a:lstStyle/>
          <a:p>
            <a:fld id="{AEAA3239-9EA4-4A65-A281-97F994456D9F}" type="slidenum">
              <a:rPr lang="en-US" smtClean="0"/>
              <a:t>‹#›</a:t>
            </a:fld>
            <a:endParaRPr lang="en-US"/>
          </a:p>
        </p:txBody>
      </p:sp>
      <p:grpSp>
        <p:nvGrpSpPr>
          <p:cNvPr id="7" name="Group 6">
            <a:extLst>
              <a:ext uri="{FF2B5EF4-FFF2-40B4-BE49-F238E27FC236}">
                <a16:creationId xmlns:a16="http://schemas.microsoft.com/office/drawing/2014/main" id="{D8DCA85F-4256-3AA7-2B2F-1D5E0C312680}"/>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79D8EBEE-57DF-9152-44DA-D036F04A54B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DCBB4CA9-705C-D7B8-7592-A5E7866CF50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A98FAAF8-45F4-C2B5-EA46-2E6813B2C37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58859096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3C666EA-D815-C895-D49E-7E44DFDDB612}"/>
              </a:ext>
              <a:ext uri="{C183D7F6-B498-43B3-948B-1728B52AA6E4}">
                <adec:decorative xmlns:adec="http://schemas.microsoft.com/office/drawing/2017/decorative" val="1"/>
              </a:ext>
            </a:extLst>
          </p:cNvPr>
          <p:cNvSpPr/>
          <p:nvPr userDrawn="1"/>
        </p:nvSpPr>
        <p:spPr>
          <a:xfrm>
            <a:off x="7010401" y="1981200"/>
            <a:ext cx="4571999" cy="415437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1EC07A94-34C8-166D-C466-8EB021EA08A1}"/>
              </a:ext>
            </a:extLst>
          </p:cNvPr>
          <p:cNvSpPr>
            <a:spLocks noGrp="1"/>
          </p:cNvSpPr>
          <p:nvPr>
            <p:ph type="title"/>
          </p:nvPr>
        </p:nvSpPr>
        <p:spPr>
          <a:xfrm>
            <a:off x="731520" y="731520"/>
            <a:ext cx="10052958" cy="914400"/>
          </a:xfrm>
        </p:spPr>
        <p:txBody>
          <a:bodyPr anchor="b"/>
          <a:lstStyle/>
          <a:p>
            <a:r>
              <a:rPr lang="en-US" dirty="0"/>
              <a:t>Click to edit Master title style</a:t>
            </a:r>
          </a:p>
        </p:txBody>
      </p:sp>
      <p:sp>
        <p:nvSpPr>
          <p:cNvPr id="13" name="Content Placeholder 7">
            <a:extLst>
              <a:ext uri="{FF2B5EF4-FFF2-40B4-BE49-F238E27FC236}">
                <a16:creationId xmlns:a16="http://schemas.microsoft.com/office/drawing/2014/main" id="{8EFD2888-AFCC-8F6C-23EA-6CC9E518F2B9}"/>
              </a:ext>
            </a:extLst>
          </p:cNvPr>
          <p:cNvSpPr>
            <a:spLocks noGrp="1"/>
          </p:cNvSpPr>
          <p:nvPr>
            <p:ph sz="quarter" idx="18"/>
          </p:nvPr>
        </p:nvSpPr>
        <p:spPr>
          <a:xfrm>
            <a:off x="731520" y="1981200"/>
            <a:ext cx="5977130" cy="415625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19">
            <a:extLst>
              <a:ext uri="{FF2B5EF4-FFF2-40B4-BE49-F238E27FC236}">
                <a16:creationId xmlns:a16="http://schemas.microsoft.com/office/drawing/2014/main" id="{405EEFFB-1ED4-AAFE-6C57-14BD2FF69E35}"/>
              </a:ext>
            </a:extLst>
          </p:cNvPr>
          <p:cNvSpPr>
            <a:spLocks noGrp="1"/>
          </p:cNvSpPr>
          <p:nvPr>
            <p:ph type="pic" sz="quarter" idx="19" hasCustomPrompt="1"/>
          </p:nvPr>
        </p:nvSpPr>
        <p:spPr>
          <a:xfrm>
            <a:off x="7312153" y="2287524"/>
            <a:ext cx="3968496" cy="3537073"/>
          </a:xfrm>
          <a:blipFill>
            <a:blip r:embed="rId2">
              <a:alphaModFix amt="60000"/>
            </a:blip>
            <a:stretch>
              <a:fillRect/>
            </a:stretch>
          </a:blipFill>
        </p:spPr>
        <p:txBody>
          <a:bodyPr/>
          <a:lstStyle>
            <a:lvl1pPr marL="0" indent="0">
              <a:buNone/>
              <a:defRPr/>
            </a:lvl1pPr>
          </a:lstStyle>
          <a:p>
            <a:r>
              <a:rPr lang="en-US" dirty="0"/>
              <a:t>   </a:t>
            </a:r>
          </a:p>
        </p:txBody>
      </p:sp>
      <p:sp>
        <p:nvSpPr>
          <p:cNvPr id="14" name="Footer Placeholder 8">
            <a:extLst>
              <a:ext uri="{FF2B5EF4-FFF2-40B4-BE49-F238E27FC236}">
                <a16:creationId xmlns:a16="http://schemas.microsoft.com/office/drawing/2014/main" id="{42EA2336-4473-4E55-0BEF-FC37DB81D056}"/>
              </a:ext>
            </a:extLst>
          </p:cNvPr>
          <p:cNvSpPr>
            <a:spLocks noGrp="1"/>
          </p:cNvSpPr>
          <p:nvPr>
            <p:ph type="ftr" sz="quarter" idx="16"/>
          </p:nvPr>
        </p:nvSpPr>
        <p:spPr>
          <a:xfrm>
            <a:off x="731520" y="6343955"/>
            <a:ext cx="2055525" cy="365125"/>
          </a:xfrm>
        </p:spPr>
        <p:txBody>
          <a:bodyPr/>
          <a:lstStyle/>
          <a:p>
            <a:r>
              <a:rPr lang="en-US"/>
              <a:t>Sample Footer Text</a:t>
            </a:r>
          </a:p>
        </p:txBody>
      </p:sp>
      <p:sp>
        <p:nvSpPr>
          <p:cNvPr id="15" name="Date Placeholder 3">
            <a:extLst>
              <a:ext uri="{FF2B5EF4-FFF2-40B4-BE49-F238E27FC236}">
                <a16:creationId xmlns:a16="http://schemas.microsoft.com/office/drawing/2014/main" id="{B368DFD1-E7C2-0073-3235-A99D91879658}"/>
              </a:ext>
            </a:extLst>
          </p:cNvPr>
          <p:cNvSpPr>
            <a:spLocks noGrp="1"/>
          </p:cNvSpPr>
          <p:nvPr>
            <p:ph type="dt" sz="half" idx="15"/>
          </p:nvPr>
        </p:nvSpPr>
        <p:spPr>
          <a:xfrm>
            <a:off x="9636164" y="6343955"/>
            <a:ext cx="1449697" cy="365125"/>
          </a:xfrm>
        </p:spPr>
        <p:txBody>
          <a:bodyPr/>
          <a:lstStyle/>
          <a:p>
            <a:fld id="{F033B22D-4ADF-4F85-9D05-706FE7DF6EFA}" type="datetime1">
              <a:rPr lang="en-US" smtClean="0"/>
              <a:t>12/10/2025</a:t>
            </a:fld>
            <a:endParaRPr lang="en-US"/>
          </a:p>
        </p:txBody>
      </p:sp>
      <p:sp>
        <p:nvSpPr>
          <p:cNvPr id="16" name="Slide Number Placeholder 9">
            <a:extLst>
              <a:ext uri="{FF2B5EF4-FFF2-40B4-BE49-F238E27FC236}">
                <a16:creationId xmlns:a16="http://schemas.microsoft.com/office/drawing/2014/main" id="{7EEB06A5-135B-8DFB-604C-0668FEC20090}"/>
              </a:ext>
            </a:extLst>
          </p:cNvPr>
          <p:cNvSpPr>
            <a:spLocks noGrp="1"/>
          </p:cNvSpPr>
          <p:nvPr>
            <p:ph type="sldNum" sz="quarter" idx="17"/>
          </p:nvPr>
        </p:nvSpPr>
        <p:spPr>
          <a:xfrm>
            <a:off x="11139340" y="6343955"/>
            <a:ext cx="443060" cy="365125"/>
          </a:xfrm>
        </p:spPr>
        <p:txBody>
          <a:bodyPr/>
          <a:lstStyle/>
          <a:p>
            <a:fld id="{AEAA3239-9EA4-4A65-A281-97F994456D9F}" type="slidenum">
              <a:rPr lang="en-US" smtClean="0"/>
              <a:t>‹#›</a:t>
            </a:fld>
            <a:endParaRPr lang="en-US"/>
          </a:p>
        </p:txBody>
      </p:sp>
      <p:grpSp>
        <p:nvGrpSpPr>
          <p:cNvPr id="2" name="Group 1">
            <a:extLst>
              <a:ext uri="{FF2B5EF4-FFF2-40B4-BE49-F238E27FC236}">
                <a16:creationId xmlns:a16="http://schemas.microsoft.com/office/drawing/2014/main" id="{5BD7B2E1-3857-60DC-4A59-90051A146598}"/>
              </a:ext>
            </a:extLst>
          </p:cNvPr>
          <p:cNvGrpSpPr/>
          <p:nvPr userDrawn="1"/>
        </p:nvGrpSpPr>
        <p:grpSpPr>
          <a:xfrm>
            <a:off x="11078040" y="685800"/>
            <a:ext cx="504370" cy="544340"/>
            <a:chOff x="10917026" y="837879"/>
            <a:chExt cx="513774" cy="554490"/>
          </a:xfrm>
        </p:grpSpPr>
        <p:sp>
          <p:nvSpPr>
            <p:cNvPr id="3" name="Graphic 12">
              <a:extLst>
                <a:ext uri="{FF2B5EF4-FFF2-40B4-BE49-F238E27FC236}">
                  <a16:creationId xmlns:a16="http://schemas.microsoft.com/office/drawing/2014/main" id="{695288CE-EA3E-77BC-98EF-17D52D2BB9B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4" name="Graphic 13">
              <a:extLst>
                <a:ext uri="{FF2B5EF4-FFF2-40B4-BE49-F238E27FC236}">
                  <a16:creationId xmlns:a16="http://schemas.microsoft.com/office/drawing/2014/main" id="{6906A4B7-5DDC-1476-CFD5-2F5DFFD4BEE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5" name="Graphic 15">
              <a:extLst>
                <a:ext uri="{FF2B5EF4-FFF2-40B4-BE49-F238E27FC236}">
                  <a16:creationId xmlns:a16="http://schemas.microsoft.com/office/drawing/2014/main" id="{4375CD8A-A423-E39D-3A64-2E26D3323513}"/>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2789889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C4ACC2-99B0-1F3B-A860-A276AC3BA2B6}"/>
              </a:ext>
              <a:ext uri="{C183D7F6-B498-43B3-948B-1728B52AA6E4}">
                <adec:decorative xmlns:adec="http://schemas.microsoft.com/office/drawing/2017/decorative" val="1"/>
              </a:ext>
            </a:extLst>
          </p:cNvPr>
          <p:cNvSpPr/>
          <p:nvPr userDrawn="1"/>
        </p:nvSpPr>
        <p:spPr>
          <a:xfrm>
            <a:off x="731520"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E45E18-9DAB-9CF2-B657-5324C899C629}"/>
              </a:ext>
            </a:extLst>
          </p:cNvPr>
          <p:cNvSpPr>
            <a:spLocks noGrp="1"/>
          </p:cNvSpPr>
          <p:nvPr>
            <p:ph type="title"/>
          </p:nvPr>
        </p:nvSpPr>
        <p:spPr>
          <a:xfrm>
            <a:off x="731520" y="731520"/>
            <a:ext cx="10052958" cy="914400"/>
          </a:xfrm>
        </p:spPr>
        <p:txBody>
          <a:bodyPr anchor="b"/>
          <a:lstStyle/>
          <a:p>
            <a:r>
              <a:rPr lang="en-US" dirty="0"/>
              <a:t>Click to edit Master title style</a:t>
            </a:r>
          </a:p>
        </p:txBody>
      </p:sp>
      <p:sp>
        <p:nvSpPr>
          <p:cNvPr id="5" name="Picture Placeholder 19">
            <a:extLst>
              <a:ext uri="{FF2B5EF4-FFF2-40B4-BE49-F238E27FC236}">
                <a16:creationId xmlns:a16="http://schemas.microsoft.com/office/drawing/2014/main" id="{D35D8442-A876-2E6E-6C34-A908E5275D3B}"/>
              </a:ext>
            </a:extLst>
          </p:cNvPr>
          <p:cNvSpPr>
            <a:spLocks noGrp="1"/>
          </p:cNvSpPr>
          <p:nvPr>
            <p:ph type="pic" sz="quarter" idx="19" hasCustomPrompt="1"/>
          </p:nvPr>
        </p:nvSpPr>
        <p:spPr>
          <a:xfrm>
            <a:off x="1035577" y="2287544"/>
            <a:ext cx="3271171" cy="3421283"/>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A9D57380-62F0-CA50-72F1-70F9C63059CD}"/>
              </a:ext>
            </a:extLst>
          </p:cNvPr>
          <p:cNvSpPr>
            <a:spLocks noGrp="1"/>
          </p:cNvSpPr>
          <p:nvPr>
            <p:ph sz="quarter" idx="18"/>
          </p:nvPr>
        </p:nvSpPr>
        <p:spPr>
          <a:xfrm>
            <a:off x="5067946" y="1981200"/>
            <a:ext cx="6514464" cy="40386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144113"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713485" y="6343955"/>
            <a:ext cx="1449697" cy="365125"/>
          </a:xfrm>
        </p:spPr>
        <p:txBody>
          <a:bodyPr/>
          <a:lstStyle/>
          <a:p>
            <a:fld id="{3390AD02-C8DF-4FB3-89C8-8C8B1F633346}" type="datetime1">
              <a:rPr lang="en-US" smtClean="0"/>
              <a:t>12/10/2025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40030" y="6345299"/>
            <a:ext cx="443060" cy="365125"/>
          </a:xfrm>
        </p:spPr>
        <p:txBody>
          <a:bodyPr/>
          <a:lstStyle/>
          <a:p>
            <a:fld id="{AEAA3239-9EA4-4A65-A281-97F994456D9F}" type="slidenum">
              <a:rPr lang="en-US" smtClean="0"/>
              <a:t>‹#›</a:t>
            </a:fld>
            <a:endParaRPr lang="en-US"/>
          </a:p>
        </p:txBody>
      </p:sp>
      <p:grpSp>
        <p:nvGrpSpPr>
          <p:cNvPr id="6" name="Group 5">
            <a:extLst>
              <a:ext uri="{FF2B5EF4-FFF2-40B4-BE49-F238E27FC236}">
                <a16:creationId xmlns:a16="http://schemas.microsoft.com/office/drawing/2014/main" id="{4E876AF3-4EB4-DB55-DCD5-BF7F500F7A1A}"/>
              </a:ext>
            </a:extLst>
          </p:cNvPr>
          <p:cNvGrpSpPr/>
          <p:nvPr userDrawn="1"/>
        </p:nvGrpSpPr>
        <p:grpSpPr>
          <a:xfrm>
            <a:off x="11078040" y="685800"/>
            <a:ext cx="504370" cy="544340"/>
            <a:chOff x="10917026" y="837879"/>
            <a:chExt cx="513774" cy="554490"/>
          </a:xfrm>
        </p:grpSpPr>
        <p:sp>
          <p:nvSpPr>
            <p:cNvPr id="11" name="Graphic 12">
              <a:extLst>
                <a:ext uri="{FF2B5EF4-FFF2-40B4-BE49-F238E27FC236}">
                  <a16:creationId xmlns:a16="http://schemas.microsoft.com/office/drawing/2014/main" id="{7976E1F5-5464-2BED-270F-9D41FEB4335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3" name="Graphic 13">
              <a:extLst>
                <a:ext uri="{FF2B5EF4-FFF2-40B4-BE49-F238E27FC236}">
                  <a16:creationId xmlns:a16="http://schemas.microsoft.com/office/drawing/2014/main" id="{0C5BA99F-A0E7-3B3D-0101-ACF25982A9B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4" name="Graphic 15">
              <a:extLst>
                <a:ext uri="{FF2B5EF4-FFF2-40B4-BE49-F238E27FC236}">
                  <a16:creationId xmlns:a16="http://schemas.microsoft.com/office/drawing/2014/main" id="{74768B81-6390-1D8D-30C6-A02C5D3B4E0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154042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4928304-D2B2-2E6B-A219-CF790EF05ABC}"/>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3657600" cy="2011680"/>
          </a:xfrm>
        </p:spPr>
        <p:txBody>
          <a:bodyPr anchor="t">
            <a:noAutofit/>
          </a:bodyPr>
          <a:lstStyle>
            <a:lvl1pPr>
              <a:defRPr sz="4000"/>
            </a:lvl1pPr>
          </a:lstStyle>
          <a:p>
            <a:r>
              <a:rPr lang="en-US" dirty="0"/>
              <a:t>Click to edit Master title style</a:t>
            </a:r>
          </a:p>
        </p:txBody>
      </p:sp>
      <p:sp>
        <p:nvSpPr>
          <p:cNvPr id="28" name="Picture Placeholder 19">
            <a:extLst>
              <a:ext uri="{FF2B5EF4-FFF2-40B4-BE49-F238E27FC236}">
                <a16:creationId xmlns:a16="http://schemas.microsoft.com/office/drawing/2014/main" id="{E504D1B2-3F51-3841-0D11-F459E8E40217}"/>
              </a:ext>
            </a:extLst>
          </p:cNvPr>
          <p:cNvSpPr>
            <a:spLocks noGrp="1"/>
          </p:cNvSpPr>
          <p:nvPr>
            <p:ph type="pic" sz="quarter" idx="19" hasCustomPrompt="1"/>
          </p:nvPr>
        </p:nvSpPr>
        <p:spPr>
          <a:xfrm>
            <a:off x="1038623" y="3273552"/>
            <a:ext cx="2542791" cy="2596896"/>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846320" y="731520"/>
            <a:ext cx="5920354" cy="5171831"/>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C8FB4D-92F2-4C28-8BFC-2AE0229C3E9A}" type="datetime1">
              <a:rPr lang="en-US" smtClean="0"/>
              <a:t>12/10/2025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40080" y="6343955"/>
            <a:ext cx="609600" cy="365125"/>
          </a:xfrm>
        </p:spPr>
        <p:txBody>
          <a:bodyPr/>
          <a:lstStyle/>
          <a:p>
            <a:fld id="{AEAA3239-9EA4-4A65-A281-97F994456D9F}" type="slidenum">
              <a:rPr lang="en-US" smtClean="0"/>
              <a:t>‹#›</a:t>
            </a:fld>
            <a:endParaRPr lang="en-US" dirty="0"/>
          </a:p>
        </p:txBody>
      </p:sp>
      <p:grpSp>
        <p:nvGrpSpPr>
          <p:cNvPr id="3" name="Group 2">
            <a:extLst>
              <a:ext uri="{FF2B5EF4-FFF2-40B4-BE49-F238E27FC236}">
                <a16:creationId xmlns:a16="http://schemas.microsoft.com/office/drawing/2014/main" id="{A9E75FBA-88FB-03F4-1243-316EE4C6F7EF}"/>
              </a:ext>
            </a:extLst>
          </p:cNvPr>
          <p:cNvGrpSpPr/>
          <p:nvPr userDrawn="1"/>
        </p:nvGrpSpPr>
        <p:grpSpPr>
          <a:xfrm>
            <a:off x="11078040" y="685800"/>
            <a:ext cx="504370" cy="544340"/>
            <a:chOff x="10917026" y="837879"/>
            <a:chExt cx="513774" cy="554490"/>
          </a:xfrm>
        </p:grpSpPr>
        <p:sp>
          <p:nvSpPr>
            <p:cNvPr id="4" name="Graphic 12">
              <a:extLst>
                <a:ext uri="{FF2B5EF4-FFF2-40B4-BE49-F238E27FC236}">
                  <a16:creationId xmlns:a16="http://schemas.microsoft.com/office/drawing/2014/main" id="{4633B59F-A812-F1E3-DE81-49A992D33D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4E19E8B0-11E2-25D6-3241-83A9EA89CA07}"/>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66818F55-5EF2-00D8-E335-4ABF098634C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37628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9374DB-8F12-D8B8-C1CC-B5FC4BEB4ACE}"/>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F0522131-79E0-C17E-CCFA-D78F4E6FB6C0}"/>
              </a:ext>
            </a:extLst>
          </p:cNvPr>
          <p:cNvSpPr>
            <a:spLocks noGrp="1"/>
          </p:cNvSpPr>
          <p:nvPr>
            <p:ph type="title"/>
          </p:nvPr>
        </p:nvSpPr>
        <p:spPr>
          <a:xfrm>
            <a:off x="731520" y="731520"/>
            <a:ext cx="3291840" cy="2011680"/>
          </a:xfrm>
        </p:spPr>
        <p:txBody>
          <a:bodyPr anchor="t">
            <a:noAutofit/>
          </a:bodyPr>
          <a:lstStyle>
            <a:lvl1pPr>
              <a:defRPr sz="4000"/>
            </a:lvl1pPr>
          </a:lstStyle>
          <a:p>
            <a:r>
              <a:rPr lang="en-US" dirty="0"/>
              <a:t>Click to edit Master title style</a:t>
            </a:r>
          </a:p>
        </p:txBody>
      </p:sp>
      <p:sp>
        <p:nvSpPr>
          <p:cNvPr id="10" name="Picture Placeholder 19">
            <a:extLst>
              <a:ext uri="{FF2B5EF4-FFF2-40B4-BE49-F238E27FC236}">
                <a16:creationId xmlns:a16="http://schemas.microsoft.com/office/drawing/2014/main" id="{D91E3E03-2294-1142-CBC9-19ADB9DA9CCF}"/>
              </a:ext>
            </a:extLst>
          </p:cNvPr>
          <p:cNvSpPr>
            <a:spLocks noGrp="1"/>
          </p:cNvSpPr>
          <p:nvPr>
            <p:ph type="pic" sz="quarter" idx="19" hasCustomPrompt="1"/>
          </p:nvPr>
        </p:nvSpPr>
        <p:spPr>
          <a:xfrm>
            <a:off x="1038623" y="3275858"/>
            <a:ext cx="2542791" cy="2585369"/>
          </a:xfrm>
          <a:blipFill>
            <a:blip r:embed="rId2">
              <a:alphaModFix amt="60000"/>
            </a:blip>
            <a:stretch>
              <a:fillRect/>
            </a:stretch>
          </a:blipFill>
        </p:spPr>
        <p:txBody>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FB2F5EF0-4CB2-ABCF-4734-F972D94E730D}"/>
              </a:ext>
            </a:extLst>
          </p:cNvPr>
          <p:cNvSpPr>
            <a:spLocks noGrp="1"/>
          </p:cNvSpPr>
          <p:nvPr>
            <p:ph sz="quarter" idx="14"/>
          </p:nvPr>
        </p:nvSpPr>
        <p:spPr>
          <a:xfrm>
            <a:off x="4297680" y="731520"/>
            <a:ext cx="6400800" cy="53949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B708C30-1428-4C16-AD49-DE42CFEA37BF}" type="datetime1">
              <a:rPr lang="en-US" smtClean="0"/>
              <a:t>12/10/2025</a:t>
            </a:fld>
            <a:endParaRPr lang="en-US"/>
          </a:p>
        </p:txBody>
      </p:sp>
      <p:grpSp>
        <p:nvGrpSpPr>
          <p:cNvPr id="2" name="Group 1">
            <a:extLst>
              <a:ext uri="{FF2B5EF4-FFF2-40B4-BE49-F238E27FC236}">
                <a16:creationId xmlns:a16="http://schemas.microsoft.com/office/drawing/2014/main" id="{26A5EF8B-3650-88BF-728C-75E1343A7D66}"/>
              </a:ext>
            </a:extLst>
          </p:cNvPr>
          <p:cNvGrpSpPr/>
          <p:nvPr userDrawn="1"/>
        </p:nvGrpSpPr>
        <p:grpSpPr>
          <a:xfrm>
            <a:off x="11078040" y="685800"/>
            <a:ext cx="504370" cy="544340"/>
            <a:chOff x="10917026" y="837879"/>
            <a:chExt cx="513774" cy="554490"/>
          </a:xfrm>
        </p:grpSpPr>
        <p:sp>
          <p:nvSpPr>
            <p:cNvPr id="7" name="Graphic 12">
              <a:extLst>
                <a:ext uri="{FF2B5EF4-FFF2-40B4-BE49-F238E27FC236}">
                  <a16:creationId xmlns:a16="http://schemas.microsoft.com/office/drawing/2014/main" id="{0650E00D-2B97-2951-E525-5C408042C94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8" name="Graphic 13">
              <a:extLst>
                <a:ext uri="{FF2B5EF4-FFF2-40B4-BE49-F238E27FC236}">
                  <a16:creationId xmlns:a16="http://schemas.microsoft.com/office/drawing/2014/main" id="{4568B02E-A861-8E97-BBA7-D143F855E9C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1" name="Graphic 15">
              <a:extLst>
                <a:ext uri="{FF2B5EF4-FFF2-40B4-BE49-F238E27FC236}">
                  <a16:creationId xmlns:a16="http://schemas.microsoft.com/office/drawing/2014/main" id="{1598D9DA-CC25-158F-433E-9040A87AD8E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0168536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DD604AC-3FBD-6731-AE34-6D289E239C65}"/>
              </a:ext>
            </a:extLst>
          </p:cNvPr>
          <p:cNvGrpSpPr/>
          <p:nvPr userDrawn="1"/>
        </p:nvGrpSpPr>
        <p:grpSpPr>
          <a:xfrm>
            <a:off x="11078040" y="685800"/>
            <a:ext cx="504370" cy="544340"/>
            <a:chOff x="10917026" y="837879"/>
            <a:chExt cx="513774" cy="554490"/>
          </a:xfrm>
        </p:grpSpPr>
        <p:sp>
          <p:nvSpPr>
            <p:cNvPr id="12" name="Graphic 12">
              <a:extLst>
                <a:ext uri="{FF2B5EF4-FFF2-40B4-BE49-F238E27FC236}">
                  <a16:creationId xmlns:a16="http://schemas.microsoft.com/office/drawing/2014/main" id="{4E8E790D-7A40-6A1E-4361-51129BCDCB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3" name="Graphic 13">
              <a:extLst>
                <a:ext uri="{FF2B5EF4-FFF2-40B4-BE49-F238E27FC236}">
                  <a16:creationId xmlns:a16="http://schemas.microsoft.com/office/drawing/2014/main" id="{F96E21DE-06BB-B547-2FBA-F5E2B9A67B9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4" name="Graphic 15">
              <a:extLst>
                <a:ext uri="{FF2B5EF4-FFF2-40B4-BE49-F238E27FC236}">
                  <a16:creationId xmlns:a16="http://schemas.microsoft.com/office/drawing/2014/main" id="{1297FD5C-A48F-F611-55DE-E5A576DA08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
        <p:nvSpPr>
          <p:cNvPr id="8" name="Title 7">
            <a:extLst>
              <a:ext uri="{FF2B5EF4-FFF2-40B4-BE49-F238E27FC236}">
                <a16:creationId xmlns:a16="http://schemas.microsoft.com/office/drawing/2014/main" id="{DBDF905D-8CE4-3494-D7B6-24047D9C1D3D}"/>
              </a:ext>
            </a:extLst>
          </p:cNvPr>
          <p:cNvSpPr>
            <a:spLocks noGrp="1"/>
          </p:cNvSpPr>
          <p:nvPr>
            <p:ph type="title"/>
          </p:nvPr>
        </p:nvSpPr>
        <p:spPr>
          <a:xfrm>
            <a:off x="640080" y="5029199"/>
            <a:ext cx="10027919" cy="914400"/>
          </a:xfrm>
        </p:spPr>
        <p:txBody>
          <a:bodyPr anchor="t">
            <a:normAutofit/>
          </a:bodyPr>
          <a:lstStyle>
            <a:lvl1pPr>
              <a:lnSpc>
                <a:spcPct val="100000"/>
              </a:lnSpc>
              <a:defRPr sz="2000" b="0" cap="none" baseline="0"/>
            </a:lvl1pPr>
          </a:lstStyle>
          <a:p>
            <a:r>
              <a:rPr lang="en-US" dirty="0"/>
              <a:t>Click to edit Master title style</a:t>
            </a:r>
          </a:p>
        </p:txBody>
      </p:sp>
      <p:sp>
        <p:nvSpPr>
          <p:cNvPr id="16" name="Content Placeholder 15">
            <a:extLst>
              <a:ext uri="{FF2B5EF4-FFF2-40B4-BE49-F238E27FC236}">
                <a16:creationId xmlns:a16="http://schemas.microsoft.com/office/drawing/2014/main" id="{02010402-BDF6-6CA5-1C1B-A6560DBF357C}"/>
              </a:ext>
            </a:extLst>
          </p:cNvPr>
          <p:cNvSpPr>
            <a:spLocks noGrp="1"/>
          </p:cNvSpPr>
          <p:nvPr>
            <p:ph sz="quarter" idx="14" hasCustomPrompt="1"/>
          </p:nvPr>
        </p:nvSpPr>
        <p:spPr>
          <a:xfrm>
            <a:off x="639763" y="685800"/>
            <a:ext cx="10028237" cy="4333875"/>
          </a:xfrm>
        </p:spPr>
        <p:txBody>
          <a:bodyPr anchor="b">
            <a:normAutofit/>
          </a:bodyPr>
          <a:lstStyle>
            <a:lvl1pPr marL="0" indent="0">
              <a:lnSpc>
                <a:spcPct val="90000"/>
              </a:lnSpc>
              <a:buNone/>
              <a:defRPr sz="27000"/>
            </a:lvl1pPr>
          </a:lstStyle>
          <a:p>
            <a:pPr lvl="0"/>
            <a:r>
              <a:rPr lang="en-US" dirty="0"/>
              <a:t>##%</a:t>
            </a:r>
          </a:p>
        </p:txBody>
      </p:sp>
      <p:sp>
        <p:nvSpPr>
          <p:cNvPr id="6" name="Slide Number Placeholder 4">
            <a:extLst>
              <a:ext uri="{FF2B5EF4-FFF2-40B4-BE49-F238E27FC236}">
                <a16:creationId xmlns:a16="http://schemas.microsoft.com/office/drawing/2014/main" id="{B18DB5CD-C13F-D271-BB13-A402CA9A935D}"/>
              </a:ext>
            </a:extLst>
          </p:cNvPr>
          <p:cNvSpPr>
            <a:spLocks noGrp="1"/>
          </p:cNvSpPr>
          <p:nvPr>
            <p:ph type="sldNum" sz="quarter" idx="12"/>
          </p:nvPr>
        </p:nvSpPr>
        <p:spPr>
          <a:xfrm>
            <a:off x="640080" y="6343955"/>
            <a:ext cx="609600" cy="365125"/>
          </a:xfrm>
        </p:spPr>
        <p:txBody>
          <a:bodyPr/>
          <a:lstStyle>
            <a:lvl1pPr>
              <a:defRPr>
                <a:solidFill>
                  <a:schemeClr val="tx1"/>
                </a:solidFill>
              </a:defRPr>
            </a:lvl1pPr>
          </a:lstStyle>
          <a:p>
            <a:fld id="{AEAA3239-9EA4-4A65-A281-97F994456D9F}"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CE8854E-90F8-4761-A9B8-18B1C5A3D25C}" type="datetime1">
              <a:rPr lang="en-US" smtClean="0"/>
              <a:t>12/10/2025</a:t>
            </a:fld>
            <a:endParaRPr lang="en-US"/>
          </a:p>
        </p:txBody>
      </p:sp>
    </p:spTree>
    <p:extLst>
      <p:ext uri="{BB962C8B-B14F-4D97-AF65-F5344CB8AC3E}">
        <p14:creationId xmlns:p14="http://schemas.microsoft.com/office/powerpoint/2010/main" val="168513456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8A2A0A59-5884-D48B-41E8-8AE859CFAA50}"/>
              </a:ext>
            </a:extLst>
          </p:cNvPr>
          <p:cNvSpPr>
            <a:spLocks noGrp="1"/>
          </p:cNvSpPr>
          <p:nvPr>
            <p:ph type="title"/>
          </p:nvPr>
        </p:nvSpPr>
        <p:spPr>
          <a:xfrm>
            <a:off x="640080" y="5029200"/>
            <a:ext cx="10942316" cy="914399"/>
          </a:xfrm>
        </p:spPr>
        <p:txBody>
          <a:bodyPr anchor="t">
            <a:normAutofit/>
          </a:bodyPr>
          <a:lstStyle>
            <a:lvl1pPr algn="ctr">
              <a:lnSpc>
                <a:spcPct val="110000"/>
              </a:lnSpc>
              <a:defRPr sz="2000" b="0" i="0" cap="none" baseline="0">
                <a:solidFill>
                  <a:schemeClr val="bg2"/>
                </a:solidFill>
                <a:latin typeface="+mj-lt"/>
              </a:defRPr>
            </a:lvl1pPr>
          </a:lstStyle>
          <a:p>
            <a:r>
              <a:rPr lang="en-US"/>
              <a:t>Click to edit Master title style</a:t>
            </a:r>
          </a:p>
        </p:txBody>
      </p:sp>
      <p:sp>
        <p:nvSpPr>
          <p:cNvPr id="24" name="Content Placeholder 6">
            <a:extLst>
              <a:ext uri="{FF2B5EF4-FFF2-40B4-BE49-F238E27FC236}">
                <a16:creationId xmlns:a16="http://schemas.microsoft.com/office/drawing/2014/main" id="{619E7EC3-46E7-3676-3EDE-10D13AB58521}"/>
              </a:ext>
            </a:extLst>
          </p:cNvPr>
          <p:cNvSpPr>
            <a:spLocks noGrp="1"/>
          </p:cNvSpPr>
          <p:nvPr>
            <p:ph sz="quarter" idx="13" hasCustomPrompt="1"/>
          </p:nvPr>
        </p:nvSpPr>
        <p:spPr>
          <a:xfrm>
            <a:off x="640080" y="685801"/>
            <a:ext cx="10942319" cy="4334434"/>
          </a:xfrm>
        </p:spPr>
        <p:txBody>
          <a:bodyPr anchor="b">
            <a:normAutofit/>
          </a:bodyPr>
          <a:lstStyle>
            <a:lvl1pPr marL="0" indent="0" algn="ctr">
              <a:lnSpc>
                <a:spcPct val="90000"/>
              </a:lnSpc>
              <a:buNone/>
              <a:defRPr sz="27000" b="0" i="0">
                <a:solidFill>
                  <a:schemeClr val="bg2"/>
                </a:solidFill>
                <a:latin typeface="+mn-lt"/>
              </a:defRPr>
            </a:lvl1pPr>
          </a:lstStyle>
          <a:p>
            <a:pPr lvl="0"/>
            <a:r>
              <a:rPr lang="en-US"/>
              <a:t>##%</a:t>
            </a:r>
          </a:p>
        </p:txBody>
      </p:sp>
      <p:sp>
        <p:nvSpPr>
          <p:cNvPr id="3" name="Slide Number Placeholder 4">
            <a:extLst>
              <a:ext uri="{FF2B5EF4-FFF2-40B4-BE49-F238E27FC236}">
                <a16:creationId xmlns:a16="http://schemas.microsoft.com/office/drawing/2014/main" id="{08B41E50-17C4-7CBB-61F3-6C6135898BCB}"/>
              </a:ext>
            </a:extLst>
          </p:cNvPr>
          <p:cNvSpPr>
            <a:spLocks noGrp="1"/>
          </p:cNvSpPr>
          <p:nvPr>
            <p:ph type="sldNum" sz="quarter" idx="12"/>
          </p:nvPr>
        </p:nvSpPr>
        <p:spPr>
          <a:xfrm>
            <a:off x="640080" y="6343955"/>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10" name="Footer Placeholder 3">
            <a:extLst>
              <a:ext uri="{FF2B5EF4-FFF2-40B4-BE49-F238E27FC236}">
                <a16:creationId xmlns:a16="http://schemas.microsoft.com/office/drawing/2014/main" id="{10DC6949-94CC-3B80-B7C3-0BAF2195198D}"/>
              </a:ext>
            </a:extLst>
          </p:cNvPr>
          <p:cNvSpPr>
            <a:spLocks noGrp="1"/>
          </p:cNvSpPr>
          <p:nvPr>
            <p:ph type="ftr" sz="quarter" idx="11"/>
          </p:nvPr>
        </p:nvSpPr>
        <p:spPr>
          <a:xfrm>
            <a:off x="1524000" y="6343955"/>
            <a:ext cx="2805405" cy="365125"/>
          </a:xfrm>
        </p:spPr>
        <p:txBody>
          <a:bodyPr/>
          <a:lstStyle>
            <a:lvl1pPr>
              <a:defRPr>
                <a:solidFill>
                  <a:schemeClr val="bg1"/>
                </a:solidFill>
              </a:defRPr>
            </a:lvl1pPr>
          </a:lstStyle>
          <a:p>
            <a:r>
              <a:rPr lang="en-US"/>
              <a:t>Sample Footer Text</a:t>
            </a:r>
          </a:p>
        </p:txBody>
      </p:sp>
      <p:sp>
        <p:nvSpPr>
          <p:cNvPr id="9" name="Date Placeholder 2">
            <a:extLst>
              <a:ext uri="{FF2B5EF4-FFF2-40B4-BE49-F238E27FC236}">
                <a16:creationId xmlns:a16="http://schemas.microsoft.com/office/drawing/2014/main" id="{CB36698A-C952-28A6-1E24-016F9C0D20BE}"/>
              </a:ext>
            </a:extLst>
          </p:cNvPr>
          <p:cNvSpPr>
            <a:spLocks noGrp="1"/>
          </p:cNvSpPr>
          <p:nvPr>
            <p:ph type="dt" sz="half" idx="10"/>
          </p:nvPr>
        </p:nvSpPr>
        <p:spPr>
          <a:xfrm>
            <a:off x="9379756" y="6343955"/>
            <a:ext cx="2202644" cy="365125"/>
          </a:xfrm>
        </p:spPr>
        <p:txBody>
          <a:bodyPr/>
          <a:lstStyle>
            <a:lvl1pPr>
              <a:defRPr>
                <a:solidFill>
                  <a:schemeClr val="bg1"/>
                </a:solidFill>
              </a:defRPr>
            </a:lvl1pPr>
          </a:lstStyle>
          <a:p>
            <a:fld id="{DCE8854E-90F8-4761-A9B8-18B1C5A3D25C}" type="datetime1">
              <a:rPr lang="en-US" smtClean="0"/>
              <a:pPr/>
              <a:t>12/10/2025</a:t>
            </a:fld>
            <a:endParaRPr lang="en-US"/>
          </a:p>
        </p:txBody>
      </p:sp>
    </p:spTree>
    <p:extLst>
      <p:ext uri="{BB962C8B-B14F-4D97-AF65-F5344CB8AC3E}">
        <p14:creationId xmlns:p14="http://schemas.microsoft.com/office/powerpoint/2010/main" val="33919335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066800" y="5039139"/>
            <a:ext cx="10058400" cy="914400"/>
          </a:xfrm>
        </p:spPr>
        <p:txBody>
          <a:bodyPr anchor="t">
            <a:normAutofit/>
          </a:bodyPr>
          <a:lstStyle>
            <a:lvl1pPr algn="ctr">
              <a:lnSpc>
                <a:spcPct val="110000"/>
              </a:lnSpc>
              <a:defRPr sz="2000" b="1" i="0" cap="all" baseline="0">
                <a:solidFill>
                  <a:schemeClr val="accent2"/>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66800" y="685801"/>
            <a:ext cx="10058400" cy="4334434"/>
          </a:xfrm>
        </p:spPr>
        <p:txBody>
          <a:bodyPr anchor="b">
            <a:normAutofit/>
          </a:bodyPr>
          <a:lstStyle>
            <a:lvl1pPr marL="0" indent="0" algn="ctr">
              <a:lnSpc>
                <a:spcPct val="90000"/>
              </a:lnSpc>
              <a:buNone/>
              <a:defRPr sz="27000" b="0" i="0">
                <a:solidFill>
                  <a:schemeClr val="tx2"/>
                </a:solidFill>
                <a:latin typeface="+mn-lt"/>
              </a:defRPr>
            </a:lvl1pPr>
          </a:lstStyle>
          <a:p>
            <a:pPr lvl="0"/>
            <a:r>
              <a:rPr lang="en-US"/>
              <a:t>##%</a:t>
            </a:r>
          </a:p>
        </p:txBody>
      </p:sp>
      <p:sp>
        <p:nvSpPr>
          <p:cNvPr id="6" name="Slide Number Placeholder 4">
            <a:extLst>
              <a:ext uri="{FF2B5EF4-FFF2-40B4-BE49-F238E27FC236}">
                <a16:creationId xmlns:a16="http://schemas.microsoft.com/office/drawing/2014/main" id="{796391C3-4992-238E-DA26-2E9782D8922A}"/>
              </a:ext>
            </a:extLst>
          </p:cNvPr>
          <p:cNvSpPr>
            <a:spLocks noGrp="1"/>
          </p:cNvSpPr>
          <p:nvPr>
            <p:ph type="sldNum" sz="quarter" idx="12"/>
          </p:nvPr>
        </p:nvSpPr>
        <p:spPr>
          <a:xfrm>
            <a:off x="640080" y="6343955"/>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1F35E9FA-D749-4B0D-A60E-CFC9630D3818}" type="datetime1">
              <a:rPr lang="en-US" smtClean="0"/>
              <a:t>12/10/2025</a:t>
            </a:fld>
            <a:endParaRPr lang="en-US"/>
          </a:p>
        </p:txBody>
      </p:sp>
    </p:spTree>
    <p:extLst>
      <p:ext uri="{BB962C8B-B14F-4D97-AF65-F5344CB8AC3E}">
        <p14:creationId xmlns:p14="http://schemas.microsoft.com/office/powerpoint/2010/main" val="2554329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4000" y="1524001"/>
            <a:ext cx="10058392" cy="3719887"/>
          </a:xfrm>
        </p:spPr>
        <p:txBody>
          <a:bodyPr anchor="t">
            <a:normAutofit/>
          </a:bodyPr>
          <a:lstStyle>
            <a:lvl1pPr marL="0" indent="0">
              <a:lnSpc>
                <a:spcPct val="90000"/>
              </a:lnSpc>
              <a:buNone/>
              <a:defRPr sz="5000" b="1" cap="all" baseline="0"/>
            </a:lvl1pPr>
            <a:lvl2pPr marL="228600" indent="0">
              <a:lnSpc>
                <a:spcPct val="90000"/>
              </a:lnSpc>
              <a:buNone/>
              <a:defRPr sz="5000" b="1" cap="all" baseline="0"/>
            </a:lvl2pPr>
            <a:lvl3pPr marL="457200" indent="0">
              <a:lnSpc>
                <a:spcPct val="90000"/>
              </a:lnSpc>
              <a:buNone/>
              <a:defRPr sz="5000" b="1" cap="all" baseline="0"/>
            </a:lvl3pPr>
            <a:lvl4pPr marL="685800" indent="0">
              <a:lnSpc>
                <a:spcPct val="90000"/>
              </a:lnSpc>
              <a:buNone/>
              <a:defRPr sz="5000" b="1" cap="all" baseline="0"/>
            </a:lvl4pPr>
            <a:lvl5pPr marL="914400" indent="0">
              <a:lnSpc>
                <a:spcPct val="90000"/>
              </a:lnSpc>
              <a:buNone/>
              <a:defRPr sz="5000" b="1"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67A35BA-41D5-4E87-94C2-E365E2A3656B}" type="datetime1">
              <a:rPr lang="en-US" smtClean="0"/>
              <a:pPr/>
              <a:t>12/10/2025</a:t>
            </a:fld>
            <a:endParaRPr lang="en-US"/>
          </a:p>
        </p:txBody>
      </p:sp>
      <p:cxnSp>
        <p:nvCxnSpPr>
          <p:cNvPr id="6" name="Straight Connector 5">
            <a:extLst>
              <a:ext uri="{FF2B5EF4-FFF2-40B4-BE49-F238E27FC236}">
                <a16:creationId xmlns:a16="http://schemas.microsoft.com/office/drawing/2014/main" id="{DBE49238-DF0A-377C-44CB-3CB196CE8B0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FBD35DDC-8314-6A30-6D59-7CFF0BD5045F}"/>
              </a:ext>
            </a:extLst>
          </p:cNvPr>
          <p:cNvGrpSpPr/>
          <p:nvPr userDrawn="1"/>
        </p:nvGrpSpPr>
        <p:grpSpPr>
          <a:xfrm flipV="1">
            <a:off x="11078040" y="5621541"/>
            <a:ext cx="504370" cy="544340"/>
            <a:chOff x="10917026" y="837879"/>
            <a:chExt cx="513774" cy="554490"/>
          </a:xfrm>
        </p:grpSpPr>
        <p:sp>
          <p:nvSpPr>
            <p:cNvPr id="17" name="Graphic 12">
              <a:extLst>
                <a:ext uri="{FF2B5EF4-FFF2-40B4-BE49-F238E27FC236}">
                  <a16:creationId xmlns:a16="http://schemas.microsoft.com/office/drawing/2014/main" id="{EA215C9F-878F-671A-B9B7-F595B6F08C9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8" name="Graphic 13">
              <a:extLst>
                <a:ext uri="{FF2B5EF4-FFF2-40B4-BE49-F238E27FC236}">
                  <a16:creationId xmlns:a16="http://schemas.microsoft.com/office/drawing/2014/main" id="{1FDC6A2A-8F91-EB17-2338-E6C2D2EBAE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9" name="Graphic 15">
              <a:extLst>
                <a:ext uri="{FF2B5EF4-FFF2-40B4-BE49-F238E27FC236}">
                  <a16:creationId xmlns:a16="http://schemas.microsoft.com/office/drawing/2014/main" id="{CF011AA8-B85F-1FFC-8166-AEC5505942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58196551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6" name="Content Placeholder 6">
            <a:extLst>
              <a:ext uri="{FF2B5EF4-FFF2-40B4-BE49-F238E27FC236}">
                <a16:creationId xmlns:a16="http://schemas.microsoft.com/office/drawing/2014/main" id="{CA85F09D-A87B-CB41-9F0D-563DF42750FB}"/>
              </a:ext>
            </a:extLst>
          </p:cNvPr>
          <p:cNvSpPr>
            <a:spLocks noGrp="1"/>
          </p:cNvSpPr>
          <p:nvPr>
            <p:ph sz="quarter" idx="13" hasCustomPrompt="1"/>
          </p:nvPr>
        </p:nvSpPr>
        <p:spPr>
          <a:xfrm>
            <a:off x="1526591" y="1690313"/>
            <a:ext cx="10058392" cy="3719887"/>
          </a:xfrm>
        </p:spPr>
        <p:txBody>
          <a:bodyPr anchor="b">
            <a:normAutofit/>
          </a:bodyPr>
          <a:lstStyle>
            <a:lvl1pPr marL="0" indent="0">
              <a:lnSpc>
                <a:spcPct val="90000"/>
              </a:lnSpc>
              <a:buNone/>
              <a:defRPr sz="5000" b="1" cap="all" baseline="0">
                <a:solidFill>
                  <a:schemeClr val="bg2"/>
                </a:solidFill>
              </a:defRPr>
            </a:lvl1pPr>
            <a:lvl2pPr marL="228600" indent="0">
              <a:lnSpc>
                <a:spcPct val="90000"/>
              </a:lnSpc>
              <a:buNone/>
              <a:defRPr sz="5000" b="1" cap="all" baseline="0">
                <a:solidFill>
                  <a:schemeClr val="bg2"/>
                </a:solidFill>
              </a:defRPr>
            </a:lvl2pPr>
            <a:lvl3pPr marL="457200" indent="0">
              <a:lnSpc>
                <a:spcPct val="90000"/>
              </a:lnSpc>
              <a:buNone/>
              <a:defRPr sz="5000" b="1" cap="all" baseline="0">
                <a:solidFill>
                  <a:schemeClr val="bg2"/>
                </a:solidFill>
              </a:defRPr>
            </a:lvl3pPr>
            <a:lvl4pPr marL="685800" indent="0">
              <a:lnSpc>
                <a:spcPct val="90000"/>
              </a:lnSpc>
              <a:buNone/>
              <a:defRPr sz="5000" b="1" cap="all" baseline="0">
                <a:solidFill>
                  <a:schemeClr val="bg2"/>
                </a:solidFill>
              </a:defRPr>
            </a:lvl4pPr>
            <a:lvl5pPr marL="914400" indent="0">
              <a:lnSpc>
                <a:spcPct val="90000"/>
              </a:lnSpc>
              <a:buNone/>
              <a:defRPr sz="5000" b="1" cap="all" baseline="0">
                <a:solidFill>
                  <a:schemeClr val="bg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Slide Number Placeholder 7">
            <a:extLst>
              <a:ext uri="{FF2B5EF4-FFF2-40B4-BE49-F238E27FC236}">
                <a16:creationId xmlns:a16="http://schemas.microsoft.com/office/drawing/2014/main" id="{00F7CBC6-342F-01DB-66E0-884090B8C49E}"/>
              </a:ext>
            </a:extLst>
          </p:cNvPr>
          <p:cNvSpPr>
            <a:spLocks noGrp="1"/>
          </p:cNvSpPr>
          <p:nvPr>
            <p:ph type="sldNum" sz="quarter" idx="12"/>
          </p:nvPr>
        </p:nvSpPr>
        <p:spPr>
          <a:xfrm>
            <a:off x="533400" y="6343955"/>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AEFC801C-C54B-4E4E-A0DD-68C292C7D70F}" type="datetime1">
              <a:rPr lang="en-US" smtClean="0"/>
              <a:pPr/>
              <a:t>12/10/2025</a:t>
            </a:fld>
            <a:endParaRPr lang="en-US"/>
          </a:p>
        </p:txBody>
      </p:sp>
      <p:cxnSp>
        <p:nvCxnSpPr>
          <p:cNvPr id="12" name="Straight Connector 11">
            <a:extLst>
              <a:ext uri="{FF2B5EF4-FFF2-40B4-BE49-F238E27FC236}">
                <a16:creationId xmlns:a16="http://schemas.microsoft.com/office/drawing/2014/main" id="{8E2B2DB4-DD7D-58E1-01FE-5FFF910648A7}"/>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9D56D9B-2864-E096-10F4-5D8317251883}"/>
              </a:ext>
            </a:extLst>
          </p:cNvPr>
          <p:cNvGrpSpPr/>
          <p:nvPr userDrawn="1"/>
        </p:nvGrpSpPr>
        <p:grpSpPr>
          <a:xfrm>
            <a:off x="11078040" y="685800"/>
            <a:ext cx="504370" cy="544340"/>
            <a:chOff x="10917026" y="837879"/>
            <a:chExt cx="513774" cy="554490"/>
          </a:xfrm>
        </p:grpSpPr>
        <p:sp>
          <p:nvSpPr>
            <p:cNvPr id="23" name="Graphic 12">
              <a:extLst>
                <a:ext uri="{FF2B5EF4-FFF2-40B4-BE49-F238E27FC236}">
                  <a16:creationId xmlns:a16="http://schemas.microsoft.com/office/drawing/2014/main" id="{9E434210-AC88-0E90-99A6-F5157D40C9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24" name="Graphic 13">
              <a:extLst>
                <a:ext uri="{FF2B5EF4-FFF2-40B4-BE49-F238E27FC236}">
                  <a16:creationId xmlns:a16="http://schemas.microsoft.com/office/drawing/2014/main" id="{653B4F72-DA95-D4DE-FAE7-DC2D5E6049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25" name="Graphic 15">
              <a:extLst>
                <a:ext uri="{FF2B5EF4-FFF2-40B4-BE49-F238E27FC236}">
                  <a16:creationId xmlns:a16="http://schemas.microsoft.com/office/drawing/2014/main" id="{2BE78A52-1376-FE2B-92AE-364DDFA47BA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571367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Content Placeholder 6">
            <a:extLst>
              <a:ext uri="{FF2B5EF4-FFF2-40B4-BE49-F238E27FC236}">
                <a16:creationId xmlns:a16="http://schemas.microsoft.com/office/drawing/2014/main" id="{3055D1E2-672A-BC69-9411-7E76AE1C25DE}"/>
              </a:ext>
            </a:extLst>
          </p:cNvPr>
          <p:cNvSpPr>
            <a:spLocks noGrp="1"/>
          </p:cNvSpPr>
          <p:nvPr>
            <p:ph sz="quarter" idx="13" hasCustomPrompt="1"/>
          </p:nvPr>
        </p:nvSpPr>
        <p:spPr>
          <a:xfrm>
            <a:off x="1524000" y="1524001"/>
            <a:ext cx="10058392" cy="3719887"/>
          </a:xfrm>
        </p:spPr>
        <p:txBody>
          <a:bodyPr anchor="t">
            <a:normAutofit/>
          </a:bodyPr>
          <a:lstStyle>
            <a:lvl1pPr marL="0" indent="0">
              <a:lnSpc>
                <a:spcPct val="90000"/>
              </a:lnSpc>
              <a:buNone/>
              <a:defRPr sz="5000" b="1" cap="all" baseline="0"/>
            </a:lvl1pPr>
            <a:lvl2pPr marL="228600" indent="0">
              <a:lnSpc>
                <a:spcPct val="90000"/>
              </a:lnSpc>
              <a:buNone/>
              <a:defRPr sz="5000" b="1" cap="all" baseline="0"/>
            </a:lvl2pPr>
            <a:lvl3pPr marL="457200" indent="0">
              <a:lnSpc>
                <a:spcPct val="90000"/>
              </a:lnSpc>
              <a:buNone/>
              <a:defRPr sz="5000" b="1" cap="all" baseline="0"/>
            </a:lvl3pPr>
            <a:lvl4pPr marL="685800" indent="0">
              <a:lnSpc>
                <a:spcPct val="90000"/>
              </a:lnSpc>
              <a:buNone/>
              <a:defRPr sz="5000" b="1" cap="all" baseline="0"/>
            </a:lvl4pPr>
            <a:lvl5pPr marL="914400" indent="0">
              <a:lnSpc>
                <a:spcPct val="90000"/>
              </a:lnSpc>
              <a:buNone/>
              <a:defRPr sz="5000" b="1"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12/10/2025</a:t>
            </a:fld>
            <a:endParaRPr lang="en-US"/>
          </a:p>
        </p:txBody>
      </p:sp>
      <p:cxnSp>
        <p:nvCxnSpPr>
          <p:cNvPr id="13" name="Straight Connector 12">
            <a:extLst>
              <a:ext uri="{FF2B5EF4-FFF2-40B4-BE49-F238E27FC236}">
                <a16:creationId xmlns:a16="http://schemas.microsoft.com/office/drawing/2014/main" id="{FEA9293D-D6A1-8AF9-4813-CA78F41FC41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6023739-FBF1-75F2-EA5B-628D1D31BA94}"/>
              </a:ext>
            </a:extLst>
          </p:cNvPr>
          <p:cNvGrpSpPr/>
          <p:nvPr userDrawn="1"/>
        </p:nvGrpSpPr>
        <p:grpSpPr>
          <a:xfrm flipV="1">
            <a:off x="11078040" y="5621541"/>
            <a:ext cx="504370" cy="544340"/>
            <a:chOff x="10917026" y="837879"/>
            <a:chExt cx="513774" cy="554490"/>
          </a:xfrm>
        </p:grpSpPr>
        <p:sp>
          <p:nvSpPr>
            <p:cNvPr id="15" name="Graphic 12">
              <a:extLst>
                <a:ext uri="{FF2B5EF4-FFF2-40B4-BE49-F238E27FC236}">
                  <a16:creationId xmlns:a16="http://schemas.microsoft.com/office/drawing/2014/main" id="{D0F1A970-FF5D-F896-04FA-CE4666C8553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6" name="Graphic 13">
              <a:extLst>
                <a:ext uri="{FF2B5EF4-FFF2-40B4-BE49-F238E27FC236}">
                  <a16:creationId xmlns:a16="http://schemas.microsoft.com/office/drawing/2014/main" id="{B139D13F-0D14-73D2-8BA3-AB49A0A4541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7" name="Graphic 15">
              <a:extLst>
                <a:ext uri="{FF2B5EF4-FFF2-40B4-BE49-F238E27FC236}">
                  <a16:creationId xmlns:a16="http://schemas.microsoft.com/office/drawing/2014/main" id="{A8A8E97E-9C11-2BC8-9144-BDB59524BF4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1325148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455036-72A5-504C-C91E-CA942A9C1B15}"/>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AAC21E96-E96F-13AB-4E2D-2F2A9463609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0DCA12CF-50BA-FD37-1BFD-37DBA94A1E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8C62BDEF-3630-134A-D8AF-6029EE44805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7" name="Title 6">
            <a:extLst>
              <a:ext uri="{FF2B5EF4-FFF2-40B4-BE49-F238E27FC236}">
                <a16:creationId xmlns:a16="http://schemas.microsoft.com/office/drawing/2014/main" id="{BF9D5BEE-93D7-A052-AACD-00C46FF56143}"/>
              </a:ext>
            </a:extLst>
          </p:cNvPr>
          <p:cNvSpPr>
            <a:spLocks noGrp="1"/>
          </p:cNvSpPr>
          <p:nvPr>
            <p:ph type="title" hasCustomPrompt="1"/>
          </p:nvPr>
        </p:nvSpPr>
        <p:spPr>
          <a:xfrm>
            <a:off x="1524000" y="4955722"/>
            <a:ext cx="9143999" cy="669472"/>
          </a:xfrm>
        </p:spPr>
        <p:txBody>
          <a:bodyPr anchor="ctr">
            <a:normAutofit/>
          </a:bodyPr>
          <a:lstStyle>
            <a:lvl1pPr>
              <a:lnSpc>
                <a:spcPct val="120000"/>
              </a:lnSpc>
              <a:defRPr sz="2000">
                <a:solidFill>
                  <a:schemeClr val="accent2"/>
                </a:solidFill>
              </a:defRPr>
            </a:lvl1pPr>
          </a:lstStyle>
          <a:p>
            <a:r>
              <a:rPr lang="en-US" dirty="0"/>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6" name="Content Placeholder 15">
            <a:extLst>
              <a:ext uri="{FF2B5EF4-FFF2-40B4-BE49-F238E27FC236}">
                <a16:creationId xmlns:a16="http://schemas.microsoft.com/office/drawing/2014/main" id="{F08A4F7D-BA50-448B-6700-E8EB878B3364}"/>
              </a:ext>
            </a:extLst>
          </p:cNvPr>
          <p:cNvSpPr>
            <a:spLocks noGrp="1"/>
          </p:cNvSpPr>
          <p:nvPr>
            <p:ph sz="quarter" idx="14" hasCustomPrompt="1"/>
          </p:nvPr>
        </p:nvSpPr>
        <p:spPr>
          <a:xfrm>
            <a:off x="1549400" y="1536700"/>
            <a:ext cx="9144000" cy="3111500"/>
          </a:xfrm>
        </p:spPr>
        <p:txBody>
          <a:bodyPr>
            <a:normAutofit/>
          </a:bodyPr>
          <a:lstStyle>
            <a:lvl1pPr marL="0" indent="0">
              <a:lnSpc>
                <a:spcPct val="90000"/>
              </a:lnSpc>
              <a:buNone/>
              <a:defRPr sz="5000" b="0"/>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12/10/2025</a:t>
            </a:fld>
            <a:endParaRPr lang="en-US"/>
          </a:p>
        </p:txBody>
      </p:sp>
      <p:cxnSp>
        <p:nvCxnSpPr>
          <p:cNvPr id="13" name="Straight Connector 12">
            <a:extLst>
              <a:ext uri="{FF2B5EF4-FFF2-40B4-BE49-F238E27FC236}">
                <a16:creationId xmlns:a16="http://schemas.microsoft.com/office/drawing/2014/main" id="{E2982CD0-EB8A-46A8-84EC-153D7BA32560}"/>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654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E6EF1BF-151B-8EEC-0E02-E06802C34ADA}"/>
              </a:ext>
            </a:extLst>
          </p:cNvPr>
          <p:cNvSpPr>
            <a:spLocks noGrp="1"/>
          </p:cNvSpPr>
          <p:nvPr>
            <p:ph type="title" hasCustomPrompt="1"/>
          </p:nvPr>
        </p:nvSpPr>
        <p:spPr>
          <a:xfrm>
            <a:off x="731520" y="4955721"/>
            <a:ext cx="9143999" cy="669472"/>
          </a:xfrm>
        </p:spPr>
        <p:txBody>
          <a:bodyPr anchor="ctr">
            <a:normAutofit/>
          </a:bodyPr>
          <a:lstStyle>
            <a:lvl1pPr>
              <a:lnSpc>
                <a:spcPct val="120000"/>
              </a:lnSpc>
              <a:defRPr sz="2000"/>
            </a:lvl1pPr>
          </a:lstStyle>
          <a:p>
            <a:r>
              <a:rPr lang="en-US" dirty="0"/>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13" name="Content Placeholder 12">
            <a:extLst>
              <a:ext uri="{FF2B5EF4-FFF2-40B4-BE49-F238E27FC236}">
                <a16:creationId xmlns:a16="http://schemas.microsoft.com/office/drawing/2014/main" id="{99640F48-020D-81AF-A324-1A8C96F82127}"/>
              </a:ext>
            </a:extLst>
          </p:cNvPr>
          <p:cNvSpPr>
            <a:spLocks noGrp="1"/>
          </p:cNvSpPr>
          <p:nvPr>
            <p:ph sz="quarter" idx="14" hasCustomPrompt="1"/>
          </p:nvPr>
        </p:nvSpPr>
        <p:spPr>
          <a:xfrm>
            <a:off x="731838" y="1344613"/>
            <a:ext cx="9144000" cy="3290887"/>
          </a:xfrm>
        </p:spPr>
        <p:txBody>
          <a:bodyPr anchor="ctr">
            <a:normAutofit/>
          </a:bodyPr>
          <a:lstStyle>
            <a:lvl1pPr marL="0" indent="0">
              <a:lnSpc>
                <a:spcPct val="90000"/>
              </a:lnSpc>
              <a:buNone/>
              <a:defRPr sz="5000"/>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234566FD-24FB-4338-A35C-D9AE347B4F66}" type="datetime1">
              <a:rPr lang="en-US" smtClean="0"/>
              <a:pPr/>
              <a:t>12/10/2025</a:t>
            </a:fld>
            <a:endParaRPr lang="en-US"/>
          </a:p>
        </p:txBody>
      </p:sp>
      <p:grpSp>
        <p:nvGrpSpPr>
          <p:cNvPr id="6" name="Group 5">
            <a:extLst>
              <a:ext uri="{FF2B5EF4-FFF2-40B4-BE49-F238E27FC236}">
                <a16:creationId xmlns:a16="http://schemas.microsoft.com/office/drawing/2014/main" id="{65B35AFC-D0D8-27D0-7877-F898628C3791}"/>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E071C14C-69C9-51C1-C72F-11F5203795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9" name="Graphic 13">
              <a:extLst>
                <a:ext uri="{FF2B5EF4-FFF2-40B4-BE49-F238E27FC236}">
                  <a16:creationId xmlns:a16="http://schemas.microsoft.com/office/drawing/2014/main" id="{D19ADD24-6A4A-7A9D-F028-439BF3EA250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0" name="Graphic 15">
              <a:extLst>
                <a:ext uri="{FF2B5EF4-FFF2-40B4-BE49-F238E27FC236}">
                  <a16:creationId xmlns:a16="http://schemas.microsoft.com/office/drawing/2014/main" id="{AE878D98-B8A1-9693-E217-46740B9C7F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99076297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42ABA34-9E2C-57A7-6EC1-822DB06AB4A5}"/>
              </a:ext>
            </a:extLst>
          </p:cNvPr>
          <p:cNvSpPr>
            <a:spLocks noGrp="1"/>
          </p:cNvSpPr>
          <p:nvPr>
            <p:ph type="title" hasCustomPrompt="1"/>
          </p:nvPr>
        </p:nvSpPr>
        <p:spPr>
          <a:xfrm>
            <a:off x="731520" y="4955722"/>
            <a:ext cx="9143999" cy="669472"/>
          </a:xfrm>
        </p:spPr>
        <p:txBody>
          <a:bodyPr anchor="ctr">
            <a:normAutofit/>
          </a:bodyPr>
          <a:lstStyle>
            <a:lvl1pPr>
              <a:lnSpc>
                <a:spcPct val="120000"/>
              </a:lnSpc>
              <a:defRPr sz="2000">
                <a:solidFill>
                  <a:schemeClr val="accent2"/>
                </a:solidFill>
              </a:defRPr>
            </a:lvl1pPr>
          </a:lstStyle>
          <a:p>
            <a:r>
              <a:rPr lang="en-US" dirty="0"/>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3" name="Content Placeholder 12">
            <a:extLst>
              <a:ext uri="{FF2B5EF4-FFF2-40B4-BE49-F238E27FC236}">
                <a16:creationId xmlns:a16="http://schemas.microsoft.com/office/drawing/2014/main" id="{84393E52-BC0A-C941-AB99-B2E2040F966A}"/>
              </a:ext>
            </a:extLst>
          </p:cNvPr>
          <p:cNvSpPr>
            <a:spLocks noGrp="1"/>
          </p:cNvSpPr>
          <p:nvPr>
            <p:ph sz="quarter" idx="14" hasCustomPrompt="1"/>
          </p:nvPr>
        </p:nvSpPr>
        <p:spPr>
          <a:xfrm>
            <a:off x="731838" y="1344613"/>
            <a:ext cx="9144000" cy="3290887"/>
          </a:xfrm>
        </p:spPr>
        <p:txBody>
          <a:bodyPr anchor="ctr">
            <a:normAutofit/>
          </a:bodyPr>
          <a:lstStyle>
            <a:lvl1pPr marL="0" indent="0">
              <a:lnSpc>
                <a:spcPct val="90000"/>
              </a:lnSpc>
              <a:buNone/>
              <a:defRPr sz="5000"/>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02BF1DD-1BF4-406D-9906-B4846BCC8D55}" type="datetime1">
              <a:rPr lang="en-US" smtClean="0"/>
              <a:t>12/10/2025</a:t>
            </a:fld>
            <a:endParaRPr lang="en-US"/>
          </a:p>
        </p:txBody>
      </p:sp>
      <p:grpSp>
        <p:nvGrpSpPr>
          <p:cNvPr id="9" name="Group 8">
            <a:extLst>
              <a:ext uri="{FF2B5EF4-FFF2-40B4-BE49-F238E27FC236}">
                <a16:creationId xmlns:a16="http://schemas.microsoft.com/office/drawing/2014/main" id="{038AFCDA-E25A-66FA-A065-43B64A7DC53D}"/>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BC1282DB-3134-604E-A636-7EC91636C53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01622449-7FF6-2681-8BAB-610A3A6F0F9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DF1B7C46-3578-8B8A-2B33-C7E41C8F09E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6539854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7B80538-E0C0-8B37-2CBC-715464FE825E}"/>
              </a:ext>
            </a:extLst>
          </p:cNvPr>
          <p:cNvSpPr>
            <a:spLocks noGrp="1"/>
          </p:cNvSpPr>
          <p:nvPr>
            <p:ph type="title"/>
          </p:nvPr>
        </p:nvSpPr>
        <p:spPr>
          <a:xfrm>
            <a:off x="1529442" y="731520"/>
            <a:ext cx="10052958" cy="962590"/>
          </a:xfrm>
        </p:spPr>
        <p:txBody>
          <a:bodyPr anchor="b"/>
          <a:lstStyle/>
          <a:p>
            <a:r>
              <a:rPr lang="en-US" dirty="0"/>
              <a:t>Click to edit Master title style</a:t>
            </a:r>
          </a:p>
        </p:txBody>
      </p:sp>
      <p:sp>
        <p:nvSpPr>
          <p:cNvPr id="9" name="Content Placeholder 5">
            <a:extLst>
              <a:ext uri="{FF2B5EF4-FFF2-40B4-BE49-F238E27FC236}">
                <a16:creationId xmlns:a16="http://schemas.microsoft.com/office/drawing/2014/main" id="{7C0431DD-A630-224B-A787-6BF3732EE15B}"/>
              </a:ext>
            </a:extLst>
          </p:cNvPr>
          <p:cNvSpPr>
            <a:spLocks noGrp="1"/>
          </p:cNvSpPr>
          <p:nvPr>
            <p:ph sz="quarter" idx="15"/>
          </p:nvPr>
        </p:nvSpPr>
        <p:spPr>
          <a:xfrm>
            <a:off x="1524000" y="1905000"/>
            <a:ext cx="4846320" cy="426878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1">
            <a:extLst>
              <a:ext uri="{FF2B5EF4-FFF2-40B4-BE49-F238E27FC236}">
                <a16:creationId xmlns:a16="http://schemas.microsoft.com/office/drawing/2014/main" id="{B9CDF450-BB1A-E96B-F44C-F881C731657F}"/>
              </a:ext>
            </a:extLst>
          </p:cNvPr>
          <p:cNvSpPr>
            <a:spLocks noGrp="1"/>
          </p:cNvSpPr>
          <p:nvPr>
            <p:ph sz="quarter" idx="16"/>
          </p:nvPr>
        </p:nvSpPr>
        <p:spPr>
          <a:xfrm>
            <a:off x="6736080" y="1905000"/>
            <a:ext cx="4846320" cy="426878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3" name="Straight Connector 12">
            <a:extLst>
              <a:ext uri="{FF2B5EF4-FFF2-40B4-BE49-F238E27FC236}">
                <a16:creationId xmlns:a16="http://schemas.microsoft.com/office/drawing/2014/main" id="{94E2D18C-90AA-6695-2849-42F0DF3B0F0F}"/>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5" name="Footer Placeholder 5">
            <a:extLst>
              <a:ext uri="{FF2B5EF4-FFF2-40B4-BE49-F238E27FC236}">
                <a16:creationId xmlns:a16="http://schemas.microsoft.com/office/drawing/2014/main" id="{0B4E1DD8-E0C8-2F63-6C5D-5D9786B14EDA}"/>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14" name="Date Placeholder 4">
            <a:extLst>
              <a:ext uri="{FF2B5EF4-FFF2-40B4-BE49-F238E27FC236}">
                <a16:creationId xmlns:a16="http://schemas.microsoft.com/office/drawing/2014/main" id="{EE15D4EB-C819-8C4D-4973-D17848DE49F5}"/>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12/10/2025</a:t>
            </a:fld>
            <a:endParaRPr lang="en-US"/>
          </a:p>
        </p:txBody>
      </p:sp>
      <p:sp>
        <p:nvSpPr>
          <p:cNvPr id="16" name="Slide Number Placeholder 6">
            <a:extLst>
              <a:ext uri="{FF2B5EF4-FFF2-40B4-BE49-F238E27FC236}">
                <a16:creationId xmlns:a16="http://schemas.microsoft.com/office/drawing/2014/main" id="{2F83B63A-E313-2543-7396-0E4520FC006F}"/>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080128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FB3D62A-20D4-C83A-8EC5-0F0FC4527F88}"/>
              </a:ext>
            </a:extLst>
          </p:cNvPr>
          <p:cNvSpPr>
            <a:spLocks noGrp="1"/>
          </p:cNvSpPr>
          <p:nvPr>
            <p:ph type="title"/>
          </p:nvPr>
        </p:nvSpPr>
        <p:spPr>
          <a:xfrm>
            <a:off x="1529442" y="731520"/>
            <a:ext cx="10052958" cy="962590"/>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523941" y="1737360"/>
            <a:ext cx="4846320" cy="559834"/>
          </a:xfr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36080" y="1737360"/>
            <a:ext cx="4846320" cy="559834"/>
          </a:xfr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1524000" y="2387600"/>
            <a:ext cx="4846320" cy="378618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736080" y="2387600"/>
            <a:ext cx="4846320" cy="378618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1" name="Straight Connector 10">
            <a:extLst>
              <a:ext uri="{FF2B5EF4-FFF2-40B4-BE49-F238E27FC236}">
                <a16:creationId xmlns:a16="http://schemas.microsoft.com/office/drawing/2014/main" id="{85017F05-8154-C1CA-504D-0FCFD392C8ED}"/>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4" name="Footer Placeholder 5">
            <a:extLst>
              <a:ext uri="{FF2B5EF4-FFF2-40B4-BE49-F238E27FC236}">
                <a16:creationId xmlns:a16="http://schemas.microsoft.com/office/drawing/2014/main" id="{DADACAB8-8D38-74EC-8F23-74C19B5E311C}"/>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13" name="Date Placeholder 4">
            <a:extLst>
              <a:ext uri="{FF2B5EF4-FFF2-40B4-BE49-F238E27FC236}">
                <a16:creationId xmlns:a16="http://schemas.microsoft.com/office/drawing/2014/main" id="{C933945D-DCC7-91C9-7715-6D66CD166B14}"/>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12/10/2025</a:t>
            </a:fld>
            <a:endParaRPr lang="en-US"/>
          </a:p>
        </p:txBody>
      </p:sp>
      <p:sp>
        <p:nvSpPr>
          <p:cNvPr id="15" name="Slide Number Placeholder 6">
            <a:extLst>
              <a:ext uri="{FF2B5EF4-FFF2-40B4-BE49-F238E27FC236}">
                <a16:creationId xmlns:a16="http://schemas.microsoft.com/office/drawing/2014/main" id="{8611D5B1-377C-9FAD-8742-CD62D3D705A0}"/>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454681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701E479-4069-C843-393B-6E9B41A957D5}"/>
              </a:ext>
            </a:extLst>
          </p:cNvPr>
          <p:cNvGrpSpPr/>
          <p:nvPr userDrawn="1"/>
        </p:nvGrpSpPr>
        <p:grpSpPr>
          <a:xfrm flipV="1">
            <a:off x="11078040" y="5621541"/>
            <a:ext cx="504370" cy="544340"/>
            <a:chOff x="10917026" y="837879"/>
            <a:chExt cx="513774" cy="554490"/>
          </a:xfrm>
        </p:grpSpPr>
        <p:sp>
          <p:nvSpPr>
            <p:cNvPr id="3" name="Graphic 12">
              <a:extLst>
                <a:ext uri="{FF2B5EF4-FFF2-40B4-BE49-F238E27FC236}">
                  <a16:creationId xmlns:a16="http://schemas.microsoft.com/office/drawing/2014/main" id="{9371E991-E43A-8273-A079-19D35B2505A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31556ED0-DF39-D5B2-4B44-3ABD175F11F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D28126CE-14E8-D34A-20CD-7A393D29D36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
        <p:nvSpPr>
          <p:cNvPr id="6" name="Title 1">
            <a:extLst>
              <a:ext uri="{FF2B5EF4-FFF2-40B4-BE49-F238E27FC236}">
                <a16:creationId xmlns:a16="http://schemas.microsoft.com/office/drawing/2014/main" id="{B4A8E7DD-F0B9-81F7-287D-3CB3DD2F7595}"/>
              </a:ext>
            </a:extLst>
          </p:cNvPr>
          <p:cNvSpPr>
            <a:spLocks noGrp="1"/>
          </p:cNvSpPr>
          <p:nvPr>
            <p:ph type="title"/>
          </p:nvPr>
        </p:nvSpPr>
        <p:spPr>
          <a:xfrm>
            <a:off x="1529442" y="731520"/>
            <a:ext cx="10052958" cy="962590"/>
          </a:xfrm>
        </p:spPr>
        <p:txBody>
          <a:bodyPr anchor="b"/>
          <a:lstStyle/>
          <a:p>
            <a:r>
              <a:rPr lang="en-US" dirty="0"/>
              <a:t>Click to edit Master title style</a:t>
            </a:r>
          </a:p>
        </p:txBody>
      </p:sp>
      <p:sp>
        <p:nvSpPr>
          <p:cNvPr id="9" name="Footer Placeholder 5">
            <a:extLst>
              <a:ext uri="{FF2B5EF4-FFF2-40B4-BE49-F238E27FC236}">
                <a16:creationId xmlns:a16="http://schemas.microsoft.com/office/drawing/2014/main" id="{431432E4-BA69-9DA5-4717-E3EA0C6F7E1D}"/>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8" name="Date Placeholder 4">
            <a:extLst>
              <a:ext uri="{FF2B5EF4-FFF2-40B4-BE49-F238E27FC236}">
                <a16:creationId xmlns:a16="http://schemas.microsoft.com/office/drawing/2014/main" id="{109ADB64-53B3-115D-AECE-9573AE4F6B50}"/>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12/10/2025</a:t>
            </a:fld>
            <a:endParaRPr lang="en-US"/>
          </a:p>
        </p:txBody>
      </p:sp>
      <p:sp>
        <p:nvSpPr>
          <p:cNvPr id="10" name="Slide Number Placeholder 6">
            <a:extLst>
              <a:ext uri="{FF2B5EF4-FFF2-40B4-BE49-F238E27FC236}">
                <a16:creationId xmlns:a16="http://schemas.microsoft.com/office/drawing/2014/main" id="{B4E7037E-3D24-9B01-B8A9-56A86C69701E}"/>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cxnSp>
        <p:nvCxnSpPr>
          <p:cNvPr id="11" name="Straight Connector 10">
            <a:extLst>
              <a:ext uri="{FF2B5EF4-FFF2-40B4-BE49-F238E27FC236}">
                <a16:creationId xmlns:a16="http://schemas.microsoft.com/office/drawing/2014/main" id="{B6245B12-231B-F569-B506-50857FF5F058}"/>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1474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8922BC5-E711-4A36-A80E-0A418F83672D}" type="datetime1">
              <a:rPr lang="en-US" smtClean="0"/>
              <a:t>12/10/2025</a:t>
            </a:fld>
            <a:endParaRPr lang="en-US"/>
          </a:p>
        </p:txBody>
      </p:sp>
    </p:spTree>
    <p:extLst>
      <p:ext uri="{BB962C8B-B14F-4D97-AF65-F5344CB8AC3E}">
        <p14:creationId xmlns:p14="http://schemas.microsoft.com/office/powerpoint/2010/main" val="41273505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731519"/>
            <a:ext cx="3108960" cy="2651760"/>
          </a:xfrm>
        </p:spPr>
        <p:txBody>
          <a:bodyPr anchor="t">
            <a:noAutofit/>
          </a:bodyPr>
          <a:lstStyle>
            <a:lvl1pPr>
              <a:defRPr sz="4000"/>
            </a:lvl1pPr>
          </a:lstStyle>
          <a:p>
            <a:r>
              <a:rPr lang="en-US" dirty="0"/>
              <a:t>Click to edit Master title style</a:t>
            </a:r>
          </a:p>
        </p:txBody>
      </p:sp>
      <p:sp>
        <p:nvSpPr>
          <p:cNvPr id="9" name="Text Placeholder 2">
            <a:extLst>
              <a:ext uri="{FF2B5EF4-FFF2-40B4-BE49-F238E27FC236}">
                <a16:creationId xmlns:a16="http://schemas.microsoft.com/office/drawing/2014/main" id="{5ED79D4C-84E4-DE7D-6224-9B34D3EC7A52}"/>
              </a:ext>
            </a:extLst>
          </p:cNvPr>
          <p:cNvSpPr>
            <a:spLocks noGrp="1"/>
          </p:cNvSpPr>
          <p:nvPr>
            <p:ph type="body" sz="half" idx="13"/>
          </p:nvPr>
        </p:nvSpPr>
        <p:spPr>
          <a:xfrm>
            <a:off x="731520" y="3439824"/>
            <a:ext cx="3108960" cy="2743200"/>
          </a:xfrm>
        </p:spPr>
        <p:txBody>
          <a:bodyPr>
            <a:normAutofit/>
          </a:bodyPr>
          <a:lstStyle>
            <a:lvl1pPr marL="0" indent="0">
              <a:buNone/>
              <a:defRPr sz="1400"/>
            </a:lvl1pPr>
          </a:lstStyle>
          <a:p>
            <a:r>
              <a:rPr lang="en-US" dirty="0"/>
              <a:t>Add a brief caption</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114800" y="685800"/>
            <a:ext cx="6440258" cy="5497224"/>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640080" y="6345936"/>
            <a:ext cx="609600" cy="365125"/>
          </a:xfrm>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12/10/2025</a:t>
            </a:fld>
            <a:endParaRPr lang="en-US"/>
          </a:p>
        </p:txBody>
      </p:sp>
      <p:grpSp>
        <p:nvGrpSpPr>
          <p:cNvPr id="12" name="Group 11">
            <a:extLst>
              <a:ext uri="{FF2B5EF4-FFF2-40B4-BE49-F238E27FC236}">
                <a16:creationId xmlns:a16="http://schemas.microsoft.com/office/drawing/2014/main" id="{0289281C-AACF-B0FF-0467-84E4A5880E0E}"/>
              </a:ext>
            </a:extLst>
          </p:cNvPr>
          <p:cNvGrpSpPr/>
          <p:nvPr userDrawn="1"/>
        </p:nvGrpSpPr>
        <p:grpSpPr>
          <a:xfrm flipV="1">
            <a:off x="11078040" y="5621541"/>
            <a:ext cx="504370" cy="544340"/>
            <a:chOff x="10917026" y="837879"/>
            <a:chExt cx="513774" cy="554490"/>
          </a:xfrm>
        </p:grpSpPr>
        <p:sp>
          <p:nvSpPr>
            <p:cNvPr id="13" name="Graphic 12">
              <a:extLst>
                <a:ext uri="{FF2B5EF4-FFF2-40B4-BE49-F238E27FC236}">
                  <a16:creationId xmlns:a16="http://schemas.microsoft.com/office/drawing/2014/main" id="{B8CC52C9-51C3-9020-0FCD-5EB77AB5B753}"/>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4" name="Graphic 13">
              <a:extLst>
                <a:ext uri="{FF2B5EF4-FFF2-40B4-BE49-F238E27FC236}">
                  <a16:creationId xmlns:a16="http://schemas.microsoft.com/office/drawing/2014/main" id="{6176F77F-F023-802F-E39B-3BED7F91082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9" name="Graphic 15">
              <a:extLst>
                <a:ext uri="{FF2B5EF4-FFF2-40B4-BE49-F238E27FC236}">
                  <a16:creationId xmlns:a16="http://schemas.microsoft.com/office/drawing/2014/main" id="{B3DC35F6-01C6-9167-442E-69469D51012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7658978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2E33D2F-D845-A10E-F9E5-C6C051C8E9B2}"/>
              </a:ext>
            </a:extLst>
          </p:cNvPr>
          <p:cNvSpPr>
            <a:spLocks noGrp="1"/>
          </p:cNvSpPr>
          <p:nvPr>
            <p:ph type="title"/>
          </p:nvPr>
        </p:nvSpPr>
        <p:spPr>
          <a:xfrm>
            <a:off x="731520" y="731519"/>
            <a:ext cx="3108960" cy="2651760"/>
          </a:xfrm>
        </p:spPr>
        <p:txBody>
          <a:bodyPr anchor="t">
            <a:noAutofit/>
          </a:bodyPr>
          <a:lstStyle>
            <a:lvl1pPr>
              <a:defRPr sz="4000"/>
            </a:lvl1pPr>
          </a:lstStyle>
          <a:p>
            <a:r>
              <a:rPr lang="en-US" dirty="0"/>
              <a:t>Click to edit Master title style</a:t>
            </a:r>
          </a:p>
        </p:txBody>
      </p:sp>
      <p:sp>
        <p:nvSpPr>
          <p:cNvPr id="9" name="Text Placeholder 2">
            <a:extLst>
              <a:ext uri="{FF2B5EF4-FFF2-40B4-BE49-F238E27FC236}">
                <a16:creationId xmlns:a16="http://schemas.microsoft.com/office/drawing/2014/main" id="{31625BF7-9F13-8163-32DF-576DC01B4C2A}"/>
              </a:ext>
            </a:extLst>
          </p:cNvPr>
          <p:cNvSpPr>
            <a:spLocks noGrp="1"/>
          </p:cNvSpPr>
          <p:nvPr>
            <p:ph type="body" sz="half" idx="13" hasCustomPrompt="1"/>
          </p:nvPr>
        </p:nvSpPr>
        <p:spPr>
          <a:xfrm>
            <a:off x="731520" y="3439824"/>
            <a:ext cx="3108960" cy="2743200"/>
          </a:xfrm>
        </p:spPr>
        <p:txBody>
          <a:bodyPr anchor="b">
            <a:normAutofit/>
          </a:bodyPr>
          <a:lstStyle>
            <a:lvl1pPr marL="0" indent="0">
              <a:buNone/>
              <a:defRPr sz="1400"/>
            </a:lvl1pPr>
          </a:lstStyle>
          <a:p>
            <a:r>
              <a:rPr lang="en-US" dirty="0"/>
              <a:t>Add a brief caption</a:t>
            </a:r>
          </a:p>
        </p:txBody>
      </p:sp>
      <p:sp>
        <p:nvSpPr>
          <p:cNvPr id="11" name="Rectangle 10">
            <a:extLst>
              <a:ext uri="{FF2B5EF4-FFF2-40B4-BE49-F238E27FC236}">
                <a16:creationId xmlns:a16="http://schemas.microsoft.com/office/drawing/2014/main" id="{8E09ABEC-9982-598E-3149-770B511C9DE5}"/>
              </a:ext>
              <a:ext uri="{C183D7F6-B498-43B3-948B-1728B52AA6E4}">
                <adec:decorative xmlns:adec="http://schemas.microsoft.com/office/drawing/2017/decorative" val="1"/>
              </a:ext>
            </a:extLst>
          </p:cNvPr>
          <p:cNvSpPr/>
          <p:nvPr userDrawn="1"/>
        </p:nvSpPr>
        <p:spPr>
          <a:xfrm>
            <a:off x="5121319" y="674976"/>
            <a:ext cx="6461081" cy="5508048"/>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19">
            <a:extLst>
              <a:ext uri="{FF2B5EF4-FFF2-40B4-BE49-F238E27FC236}">
                <a16:creationId xmlns:a16="http://schemas.microsoft.com/office/drawing/2014/main" id="{1DC35CE5-7DA7-38B2-B181-D21792BC7058}"/>
              </a:ext>
            </a:extLst>
          </p:cNvPr>
          <p:cNvSpPr>
            <a:spLocks noGrp="1"/>
          </p:cNvSpPr>
          <p:nvPr>
            <p:ph type="pic" sz="quarter" idx="14" hasCustomPrompt="1"/>
          </p:nvPr>
        </p:nvSpPr>
        <p:spPr>
          <a:xfrm>
            <a:off x="5423071" y="976729"/>
            <a:ext cx="5857577" cy="4893720"/>
          </a:xfrm>
          <a:blipFill>
            <a:blip r:embed="rId2">
              <a:alphaModFix amt="60000"/>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640080" y="6345936"/>
            <a:ext cx="609600" cy="365125"/>
          </a:xfrm>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A3C7011-18F0-49E4-85C9-3E22BE44E3EB}" type="datetime1">
              <a:rPr lang="en-US" smtClean="0"/>
              <a:t>12/10/2025</a:t>
            </a:fld>
            <a:endParaRPr lang="en-US"/>
          </a:p>
        </p:txBody>
      </p:sp>
      <p:grpSp>
        <p:nvGrpSpPr>
          <p:cNvPr id="3" name="Group 2">
            <a:extLst>
              <a:ext uri="{FF2B5EF4-FFF2-40B4-BE49-F238E27FC236}">
                <a16:creationId xmlns:a16="http://schemas.microsoft.com/office/drawing/2014/main" id="{C6EBE213-1163-A018-F201-B0DD52F061C6}"/>
              </a:ext>
            </a:extLst>
          </p:cNvPr>
          <p:cNvGrpSpPr/>
          <p:nvPr userDrawn="1"/>
        </p:nvGrpSpPr>
        <p:grpSpPr>
          <a:xfrm>
            <a:off x="4150304" y="685800"/>
            <a:ext cx="504370" cy="544340"/>
            <a:chOff x="10917026" y="837879"/>
            <a:chExt cx="513774" cy="554490"/>
          </a:xfrm>
        </p:grpSpPr>
        <p:sp>
          <p:nvSpPr>
            <p:cNvPr id="4" name="Graphic 12">
              <a:extLst>
                <a:ext uri="{FF2B5EF4-FFF2-40B4-BE49-F238E27FC236}">
                  <a16:creationId xmlns:a16="http://schemas.microsoft.com/office/drawing/2014/main" id="{FA467C1C-1AD4-E57D-1EC5-1D2A5FC57C4F}"/>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0" name="Graphic 13">
              <a:extLst>
                <a:ext uri="{FF2B5EF4-FFF2-40B4-BE49-F238E27FC236}">
                  <a16:creationId xmlns:a16="http://schemas.microsoft.com/office/drawing/2014/main" id="{3A06BD60-6631-D2A4-5F55-5879D66B4F4D}"/>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0E268D3C-723F-37BB-17D1-79FA50F8813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6637986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31520"/>
            <a:ext cx="10056254" cy="1798622"/>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2941593"/>
            <a:ext cx="10951037" cy="27731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7">
            <a:extLst>
              <a:ext uri="{FF2B5EF4-FFF2-40B4-BE49-F238E27FC236}">
                <a16:creationId xmlns:a16="http://schemas.microsoft.com/office/drawing/2014/main" id="{14ACF6E0-81BA-C6A9-13FC-B271E985470E}"/>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9" name="Footer Placeholder 4">
            <a:extLst>
              <a:ext uri="{FF2B5EF4-FFF2-40B4-BE49-F238E27FC236}">
                <a16:creationId xmlns:a16="http://schemas.microsoft.com/office/drawing/2014/main" id="{2101A0C6-0C6D-EBD8-D57E-7C85E02543AE}"/>
              </a:ext>
            </a:extLst>
          </p:cNvPr>
          <p:cNvSpPr>
            <a:spLocks noGrp="1"/>
          </p:cNvSpPr>
          <p:nvPr>
            <p:ph type="ftr" sz="quarter" idx="11"/>
          </p:nvPr>
        </p:nvSpPr>
        <p:spPr>
          <a:xfrm>
            <a:off x="1524000" y="6343955"/>
            <a:ext cx="2805405" cy="365125"/>
          </a:xfrm>
        </p:spPr>
        <p:txBody>
          <a:bodyPr/>
          <a:lstStyle>
            <a:lvl1pPr>
              <a:defRPr>
                <a:solidFill>
                  <a:schemeClr val="tx1"/>
                </a:solidFill>
              </a:defRPr>
            </a:lvl1pPr>
          </a:lstStyle>
          <a:p>
            <a:r>
              <a:rPr lang="en-US"/>
              <a:t>Sample Footer Text</a:t>
            </a:r>
          </a:p>
        </p:txBody>
      </p:sp>
      <p:sp>
        <p:nvSpPr>
          <p:cNvPr id="7" name="Date Placeholder 3">
            <a:extLst>
              <a:ext uri="{FF2B5EF4-FFF2-40B4-BE49-F238E27FC236}">
                <a16:creationId xmlns:a16="http://schemas.microsoft.com/office/drawing/2014/main" id="{9823B180-AF77-D3D2-D86A-C1A912482B08}"/>
              </a:ext>
            </a:extLst>
          </p:cNvPr>
          <p:cNvSpPr>
            <a:spLocks noGrp="1"/>
          </p:cNvSpPr>
          <p:nvPr>
            <p:ph type="dt" sz="half" idx="10"/>
          </p:nvPr>
        </p:nvSpPr>
        <p:spPr>
          <a:xfrm>
            <a:off x="9379756" y="6343955"/>
            <a:ext cx="2202644" cy="365125"/>
          </a:xfrm>
        </p:spPr>
        <p:txBody>
          <a:bodyPr/>
          <a:lstStyle>
            <a:lvl1pPr>
              <a:defRPr>
                <a:solidFill>
                  <a:schemeClr val="tx1"/>
                </a:solidFill>
              </a:defRPr>
            </a:lvl1pPr>
          </a:lstStyle>
          <a:p>
            <a:fld id="{1D3D1E3E-5DD4-4BAD-A138-1254BF94C224}" type="datetime1">
              <a:rPr lang="en-US" smtClean="0"/>
              <a:pPr/>
              <a:t>12/10/2025</a:t>
            </a:fld>
            <a:endParaRPr lang="en-US"/>
          </a:p>
        </p:txBody>
      </p:sp>
      <p:grpSp>
        <p:nvGrpSpPr>
          <p:cNvPr id="11" name="Group 10">
            <a:extLst>
              <a:ext uri="{FF2B5EF4-FFF2-40B4-BE49-F238E27FC236}">
                <a16:creationId xmlns:a16="http://schemas.microsoft.com/office/drawing/2014/main" id="{A0B99BEF-0A23-3355-F5D8-5D137FBE5DDE}"/>
              </a:ext>
            </a:extLst>
          </p:cNvPr>
          <p:cNvGrpSpPr/>
          <p:nvPr userDrawn="1"/>
        </p:nvGrpSpPr>
        <p:grpSpPr>
          <a:xfrm>
            <a:off x="11078040" y="685800"/>
            <a:ext cx="504370" cy="544340"/>
            <a:chOff x="10917026" y="837879"/>
            <a:chExt cx="513774" cy="554490"/>
          </a:xfrm>
        </p:grpSpPr>
        <p:sp>
          <p:nvSpPr>
            <p:cNvPr id="12" name="Graphic 12">
              <a:extLst>
                <a:ext uri="{FF2B5EF4-FFF2-40B4-BE49-F238E27FC236}">
                  <a16:creationId xmlns:a16="http://schemas.microsoft.com/office/drawing/2014/main" id="{7304BEE7-C610-4182-63C6-CC6EB50F618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3" name="Graphic 13">
              <a:extLst>
                <a:ext uri="{FF2B5EF4-FFF2-40B4-BE49-F238E27FC236}">
                  <a16:creationId xmlns:a16="http://schemas.microsoft.com/office/drawing/2014/main" id="{339C8AB5-292D-0A63-B066-3D790891A6C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4" name="Graphic 15">
              <a:extLst>
                <a:ext uri="{FF2B5EF4-FFF2-40B4-BE49-F238E27FC236}">
                  <a16:creationId xmlns:a16="http://schemas.microsoft.com/office/drawing/2014/main" id="{41F6A1FE-B32F-D442-D463-82EAC098DA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510449072"/>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55065"/>
            <a:ext cx="6383298" cy="1734658"/>
          </a:xfrm>
        </p:spPr>
        <p:txBody>
          <a:bodyPr anchor="b">
            <a:noAutofit/>
          </a:bodyPr>
          <a:lstStyle>
            <a:lvl1pPr>
              <a:defRPr sz="6000">
                <a:solidFill>
                  <a:schemeClr val="tx2"/>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531566"/>
            <a:ext cx="6383201" cy="1557567"/>
          </a:xfrm>
        </p:spPr>
        <p:txBody>
          <a:bodyPr>
            <a:noAutofit/>
          </a:bodyPr>
          <a:lstStyle>
            <a:lvl1pPr marL="0" indent="0">
              <a:buNone/>
              <a:defRPr sz="2000">
                <a:solidFill>
                  <a:schemeClr val="tx2"/>
                </a:solidFill>
              </a:defRPr>
            </a:lvl1pPr>
            <a:lvl2pPr marL="228600" indent="0">
              <a:buNone/>
              <a:defRPr sz="2000">
                <a:solidFill>
                  <a:schemeClr val="tx2"/>
                </a:solidFill>
              </a:defRPr>
            </a:lvl2pPr>
            <a:lvl3pPr marL="457200" indent="0">
              <a:buNone/>
              <a:defRPr sz="2000">
                <a:solidFill>
                  <a:schemeClr val="tx2"/>
                </a:solidFill>
              </a:defRPr>
            </a:lvl3pPr>
            <a:lvl4pPr marL="685800" indent="0">
              <a:buNone/>
              <a:defRPr sz="2000">
                <a:solidFill>
                  <a:schemeClr val="tx2"/>
                </a:solidFill>
              </a:defRPr>
            </a:lvl4pPr>
            <a:lvl5pPr marL="914400" indent="0">
              <a:buNone/>
              <a:defRPr sz="20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Picture Placeholder 18">
            <a:extLst>
              <a:ext uri="{FF2B5EF4-FFF2-40B4-BE49-F238E27FC236}">
                <a16:creationId xmlns:a16="http://schemas.microsoft.com/office/drawing/2014/main" id="{4935463D-B16B-B454-3DC3-3F0914867489}"/>
              </a:ext>
            </a:extLst>
          </p:cNvPr>
          <p:cNvSpPr>
            <a:spLocks noGrp="1"/>
          </p:cNvSpPr>
          <p:nvPr>
            <p:ph type="pic" sz="quarter" idx="15" hasCustomPrompt="1"/>
          </p:nvPr>
        </p:nvSpPr>
        <p:spPr>
          <a:xfrm>
            <a:off x="7924799" y="1655065"/>
            <a:ext cx="3640099" cy="3640098"/>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anchor="t">
            <a:noAutofit/>
          </a:bodyPr>
          <a:lstStyle>
            <a:lvl1pPr algn="ctr">
              <a:buNone/>
              <a:defRPr sz="1600" b="0" i="0">
                <a:solidFill>
                  <a:schemeClr val="tx1"/>
                </a:solidFill>
                <a:latin typeface="+mn-lt"/>
              </a:defRPr>
            </a:lvl1pPr>
          </a:lstStyle>
          <a:p>
            <a:r>
              <a:rPr lang="en-US" dirty="0"/>
              <a:t>  </a:t>
            </a:r>
          </a:p>
        </p:txBody>
      </p:sp>
      <p:sp>
        <p:nvSpPr>
          <p:cNvPr id="13" name="Slide Number Placeholder 7">
            <a:extLst>
              <a:ext uri="{FF2B5EF4-FFF2-40B4-BE49-F238E27FC236}">
                <a16:creationId xmlns:a16="http://schemas.microsoft.com/office/drawing/2014/main" id="{2D4EE2D3-60C2-C211-D8EA-175E6CB964D8}"/>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3D1E3E-5DD4-4BAD-A138-1254BF94C224}" type="datetime1">
              <a:rPr lang="en-US" smtClean="0"/>
              <a:pPr/>
              <a:t>12/10/2025</a:t>
            </a:fld>
            <a:endParaRPr lang="en-US"/>
          </a:p>
        </p:txBody>
      </p:sp>
      <p:grpSp>
        <p:nvGrpSpPr>
          <p:cNvPr id="26" name="Group 25">
            <a:extLst>
              <a:ext uri="{FF2B5EF4-FFF2-40B4-BE49-F238E27FC236}">
                <a16:creationId xmlns:a16="http://schemas.microsoft.com/office/drawing/2014/main" id="{F6EF1236-1402-EBC8-76E5-F7F39A7ACF55}"/>
              </a:ext>
            </a:extLst>
          </p:cNvPr>
          <p:cNvGrpSpPr/>
          <p:nvPr userDrawn="1"/>
        </p:nvGrpSpPr>
        <p:grpSpPr>
          <a:xfrm>
            <a:off x="8388140" y="1691849"/>
            <a:ext cx="3194260" cy="3561889"/>
            <a:chOff x="8176980" y="837879"/>
            <a:chExt cx="3253820" cy="3628304"/>
          </a:xfrm>
        </p:grpSpPr>
        <p:sp>
          <p:nvSpPr>
            <p:cNvPr id="27" name="Graphic 12">
              <a:extLst>
                <a:ext uri="{FF2B5EF4-FFF2-40B4-BE49-F238E27FC236}">
                  <a16:creationId xmlns:a16="http://schemas.microsoft.com/office/drawing/2014/main" id="{4474C7D0-F564-35BA-EC45-EF0D41EFCEE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28" name="Graphic 13">
              <a:extLst>
                <a:ext uri="{FF2B5EF4-FFF2-40B4-BE49-F238E27FC236}">
                  <a16:creationId xmlns:a16="http://schemas.microsoft.com/office/drawing/2014/main" id="{2492F345-45E5-E870-28A0-7AF74406047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29" name="Graphic 15">
              <a:extLst>
                <a:ext uri="{FF2B5EF4-FFF2-40B4-BE49-F238E27FC236}">
                  <a16:creationId xmlns:a16="http://schemas.microsoft.com/office/drawing/2014/main" id="{8868799D-9F7D-A469-E759-94A78C8F16E0}"/>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35912705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379756" y="6343955"/>
            <a:ext cx="2202644" cy="365125"/>
          </a:xfrm>
          <a:prstGeom prst="rect">
            <a:avLst/>
          </a:prstGeom>
        </p:spPr>
        <p:txBody>
          <a:bodyPr vert="horz" lIns="91440" tIns="45720" rIns="91440" bIns="45720" rtlCol="0" anchor="ctr"/>
          <a:lstStyle>
            <a:lvl1pPr algn="r" rtl="0">
              <a:defRPr sz="1000" b="0" i="0">
                <a:solidFill>
                  <a:schemeClr val="bg1">
                    <a:lumMod val="65000"/>
                  </a:schemeClr>
                </a:solidFill>
                <a:latin typeface="+mn-lt"/>
              </a:defRPr>
            </a:lvl1pPr>
          </a:lstStyle>
          <a:p>
            <a:fld id="{7DF4F7BB-A1DF-4BD2-8D5B-CA9EB40127CE}" type="datetime1">
              <a:rPr lang="en-US" smtClean="0"/>
              <a:pPr/>
              <a:t>12/10/2025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524000" y="6343955"/>
            <a:ext cx="2805405" cy="365125"/>
          </a:xfrm>
          <a:prstGeom prst="rect">
            <a:avLst/>
          </a:prstGeom>
        </p:spPr>
        <p:txBody>
          <a:bodyPr vert="horz" lIns="91440" tIns="45720" rIns="91440" bIns="45720" rtlCol="0" anchor="ctr"/>
          <a:lstStyle>
            <a:lvl1pPr algn="l" rtl="0">
              <a:defRPr sz="1000" b="0" i="0">
                <a:solidFill>
                  <a:schemeClr val="bg1">
                    <a:lumMod val="65000"/>
                  </a:schemeClr>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533400" y="685801"/>
            <a:ext cx="609600" cy="365125"/>
          </a:xfrm>
          <a:prstGeom prst="rect">
            <a:avLst/>
          </a:prstGeom>
        </p:spPr>
        <p:txBody>
          <a:bodyPr vert="horz" lIns="91440" tIns="45720" rIns="91440" bIns="45720" rtlCol="0" anchor="ctr"/>
          <a:lstStyle>
            <a:lvl1pPr algn="l" rtl="0">
              <a:defRPr sz="1800" b="1" i="0">
                <a:solidFill>
                  <a:schemeClr val="accent2"/>
                </a:solidFill>
                <a:latin typeface="+mn-lt"/>
              </a:defRPr>
            </a:lvl1pPr>
          </a:lstStyle>
          <a:p>
            <a:fld id="{AEAA3239-9EA4-4A65-A281-97F994456D9F}"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524000" y="1833296"/>
            <a:ext cx="10058400" cy="43389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524000" y="731520"/>
            <a:ext cx="10058400" cy="1004732"/>
          </a:xfrm>
          <a:prstGeom prst="rect">
            <a:avLst/>
          </a:prstGeom>
        </p:spPr>
        <p:txBody>
          <a:bodyPr vert="horz" lIns="91440" tIns="45720" rIns="91440" bIns="45720" rtlCol="0" anchor="b">
            <a:normAutofit/>
          </a:bodyPr>
          <a:lstStyle/>
          <a:p>
            <a:r>
              <a:rPr lang="en-US" dirty="0"/>
              <a:t>Click to edit Master title style</a:t>
            </a:r>
          </a:p>
        </p:txBody>
      </p:sp>
    </p:spTree>
    <p:extLst>
      <p:ext uri="{BB962C8B-B14F-4D97-AF65-F5344CB8AC3E}">
        <p14:creationId xmlns:p14="http://schemas.microsoft.com/office/powerpoint/2010/main" val="3335085557"/>
      </p:ext>
    </p:extLst>
  </p:cSld>
  <p:clrMap bg1="lt1" tx1="dk1" bg2="lt2" tx2="dk2" accent1="accent1" accent2="accent2" accent3="accent3" accent4="accent4" accent5="accent5" accent6="accent6" hlink="hlink" folHlink="folHlink"/>
  <p:sldLayoutIdLst>
    <p:sldLayoutId id="2147483899" r:id="rId1"/>
    <p:sldLayoutId id="2147483894" r:id="rId2"/>
    <p:sldLayoutId id="2147483898" r:id="rId3"/>
    <p:sldLayoutId id="2147483900" r:id="rId4"/>
    <p:sldLayoutId id="2147483893" r:id="rId5"/>
    <p:sldLayoutId id="2147483895" r:id="rId6"/>
    <p:sldLayoutId id="2147483896" r:id="rId7"/>
    <p:sldLayoutId id="2147483897" r:id="rId8"/>
    <p:sldLayoutId id="2147483901" r:id="rId9"/>
    <p:sldLayoutId id="2147483902" r:id="rId10"/>
    <p:sldLayoutId id="2147483903" r:id="rId11"/>
    <p:sldLayoutId id="2147483904" r:id="rId12"/>
    <p:sldLayoutId id="2147483905" r:id="rId13"/>
    <p:sldLayoutId id="2147483906" r:id="rId14"/>
    <p:sldLayoutId id="2147483907" r:id="rId15"/>
    <p:sldLayoutId id="2147483908" r:id="rId16"/>
    <p:sldLayoutId id="2147483909" r:id="rId17"/>
    <p:sldLayoutId id="2147483910" r:id="rId18"/>
    <p:sldLayoutId id="2147483911" r:id="rId19"/>
    <p:sldLayoutId id="2147483912" r:id="rId20"/>
    <p:sldLayoutId id="2147483913" r:id="rId21"/>
    <p:sldLayoutId id="2147483914" r:id="rId22"/>
    <p:sldLayoutId id="2147483915" r:id="rId23"/>
    <p:sldLayoutId id="2147483916" r:id="rId24"/>
    <p:sldLayoutId id="2147483917" r:id="rId25"/>
    <p:sldLayoutId id="2147483918" r:id="rId26"/>
    <p:sldLayoutId id="2147483919" r:id="rId27"/>
    <p:sldLayoutId id="2147483920" r:id="rId28"/>
    <p:sldLayoutId id="2147483921" r:id="rId29"/>
    <p:sldLayoutId id="2147483922" r:id="rId30"/>
    <p:sldLayoutId id="2147483923" r:id="rId31"/>
    <p:sldLayoutId id="2147483924" r:id="rId32"/>
    <p:sldLayoutId id="2147483925" r:id="rId33"/>
    <p:sldLayoutId id="2147483926" r:id="rId34"/>
    <p:sldLayoutId id="2147483927" r:id="rId35"/>
    <p:sldLayoutId id="2147483928" r:id="rId36"/>
    <p:sldLayoutId id="2147483929" r:id="rId37"/>
    <p:sldLayoutId id="2147483931" r:id="rId38"/>
    <p:sldLayoutId id="2147483932" r:id="rId39"/>
    <p:sldLayoutId id="2147483947" r:id="rId40"/>
    <p:sldLayoutId id="2147483936" r:id="rId41"/>
    <p:sldLayoutId id="2147483937" r:id="rId42"/>
    <p:sldLayoutId id="2147483938" r:id="rId43"/>
    <p:sldLayoutId id="2147483939" r:id="rId44"/>
    <p:sldLayoutId id="2147483940" r:id="rId45"/>
    <p:sldLayoutId id="2147483941" r:id="rId46"/>
    <p:sldLayoutId id="2147483942" r:id="rId47"/>
    <p:sldLayoutId id="2147483943" r:id="rId48"/>
    <p:sldLayoutId id="2147483944" r:id="rId49"/>
    <p:sldLayoutId id="2147483945" r:id="rId50"/>
    <p:sldLayoutId id="2147483946" r:id="rId51"/>
  </p:sldLayoutIdLst>
  <p:hf sldNum="0" hdr="0" ftr="0" dt="0"/>
  <p:txStyles>
    <p:title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800" b="0" i="0" kern="1200">
          <a:solidFill>
            <a:schemeClr val="tx2"/>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600" b="0" i="0" kern="1200">
          <a:solidFill>
            <a:schemeClr val="tx2"/>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l="-1000" r="-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840CB-8BE8-E55C-FD26-E38D30FA7435}"/>
              </a:ext>
            </a:extLst>
          </p:cNvPr>
          <p:cNvSpPr>
            <a:spLocks noGrp="1"/>
          </p:cNvSpPr>
          <p:nvPr>
            <p:ph type="ctrTitle"/>
          </p:nvPr>
        </p:nvSpPr>
        <p:spPr>
          <a:xfrm>
            <a:off x="731520" y="1769161"/>
            <a:ext cx="6347479" cy="2428125"/>
          </a:xfrm>
        </p:spPr>
        <p:txBody>
          <a:bodyPr anchor="b">
            <a:normAutofit/>
          </a:bodyPr>
          <a:lstStyle/>
          <a:p>
            <a:r>
              <a:rPr lang="en-US" dirty="0">
                <a:solidFill>
                  <a:schemeClr val="bg1"/>
                </a:solidFill>
              </a:rPr>
              <a:t>Bias Audit Project Presentation</a:t>
            </a:r>
          </a:p>
        </p:txBody>
      </p:sp>
      <p:sp>
        <p:nvSpPr>
          <p:cNvPr id="3" name="Subtitle 2">
            <a:extLst>
              <a:ext uri="{FF2B5EF4-FFF2-40B4-BE49-F238E27FC236}">
                <a16:creationId xmlns:a16="http://schemas.microsoft.com/office/drawing/2014/main" id="{3A8D1EB0-FCD5-00FD-691D-1735613C31EF}"/>
              </a:ext>
            </a:extLst>
          </p:cNvPr>
          <p:cNvSpPr>
            <a:spLocks noGrp="1"/>
          </p:cNvSpPr>
          <p:nvPr>
            <p:ph type="subTitle" idx="1"/>
          </p:nvPr>
        </p:nvSpPr>
        <p:spPr>
          <a:xfrm>
            <a:off x="731520" y="4343400"/>
            <a:ext cx="6347479" cy="854761"/>
          </a:xfrm>
        </p:spPr>
        <p:txBody>
          <a:bodyPr vert="horz" lIns="91440" tIns="45720" rIns="91440" bIns="45720" rtlCol="0" anchor="t">
            <a:normAutofit/>
          </a:bodyPr>
          <a:lstStyle/>
          <a:p>
            <a:r>
              <a:rPr lang="en-US" dirty="0">
                <a:solidFill>
                  <a:schemeClr val="bg1"/>
                </a:solidFill>
              </a:rPr>
              <a:t>Analyzing fairness and impartiality in systems</a:t>
            </a:r>
          </a:p>
        </p:txBody>
      </p:sp>
      <p:pic>
        <p:nvPicPr>
          <p:cNvPr id="4" name="Picture 3" descr="apple and cake on scales">
            <a:extLst>
              <a:ext uri="{FF2B5EF4-FFF2-40B4-BE49-F238E27FC236}">
                <a16:creationId xmlns:a16="http://schemas.microsoft.com/office/drawing/2014/main" id="{67674C9C-B851-43D0-9E83-8CAC752110C7}"/>
              </a:ext>
            </a:extLst>
          </p:cNvPr>
          <p:cNvPicPr>
            <a:picLocks noChangeAspect="1"/>
          </p:cNvPicPr>
          <p:nvPr/>
        </p:nvPicPr>
        <p:blipFill>
          <a:blip r:embed="rId4"/>
          <a:srcRect l="24503" r="31519" b="2"/>
          <a:stretch>
            <a:fillRect/>
          </a:stretch>
        </p:blipFill>
        <p:spPr>
          <a:xfrm>
            <a:off x="9140952" y="301752"/>
            <a:ext cx="2749296" cy="6251447"/>
          </a:xfrm>
          <a:prstGeom prst="rect">
            <a:avLst/>
          </a:prstGeom>
          <a:noFill/>
        </p:spPr>
      </p:pic>
    </p:spTree>
    <p:extLst>
      <p:ext uri="{BB962C8B-B14F-4D97-AF65-F5344CB8AC3E}">
        <p14:creationId xmlns:p14="http://schemas.microsoft.com/office/powerpoint/2010/main" val="29575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A26D2-E768-4F8C-175E-D14978234352}"/>
              </a:ext>
            </a:extLst>
          </p:cNvPr>
          <p:cNvSpPr>
            <a:spLocks noGrp="1"/>
          </p:cNvSpPr>
          <p:nvPr>
            <p:ph type="ctrTitle"/>
          </p:nvPr>
        </p:nvSpPr>
        <p:spPr>
          <a:xfrm>
            <a:off x="1524001" y="836955"/>
            <a:ext cx="5943600" cy="4649446"/>
          </a:xfrm>
        </p:spPr>
        <p:txBody>
          <a:bodyPr anchor="b">
            <a:normAutofit/>
          </a:bodyPr>
          <a:lstStyle/>
          <a:p>
            <a:r>
              <a:rPr lang="en-US"/>
              <a:t>Project Overview</a:t>
            </a:r>
          </a:p>
        </p:txBody>
      </p:sp>
    </p:spTree>
    <p:extLst>
      <p:ext uri="{BB962C8B-B14F-4D97-AF65-F5344CB8AC3E}">
        <p14:creationId xmlns:p14="http://schemas.microsoft.com/office/powerpoint/2010/main" val="11368008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A6EBF-1952-D225-31B6-A4694D47A27C}"/>
              </a:ext>
            </a:extLst>
          </p:cNvPr>
          <p:cNvSpPr>
            <a:spLocks noGrp="1"/>
          </p:cNvSpPr>
          <p:nvPr>
            <p:ph type="title"/>
          </p:nvPr>
        </p:nvSpPr>
        <p:spPr>
          <a:xfrm>
            <a:off x="731520" y="731520"/>
            <a:ext cx="4760540" cy="1463040"/>
          </a:xfrm>
        </p:spPr>
        <p:txBody>
          <a:bodyPr anchor="b">
            <a:normAutofit/>
          </a:bodyPr>
          <a:lstStyle/>
          <a:p>
            <a:r>
              <a:rPr lang="en-US"/>
              <a:t>Objectives and Scope</a:t>
            </a:r>
          </a:p>
        </p:txBody>
      </p:sp>
      <p:sp>
        <p:nvSpPr>
          <p:cNvPr id="4" name="Content Placeholder 3">
            <a:extLst>
              <a:ext uri="{FF2B5EF4-FFF2-40B4-BE49-F238E27FC236}">
                <a16:creationId xmlns:a16="http://schemas.microsoft.com/office/drawing/2014/main" id="{22BAEEC8-A400-5DF3-66D0-F30109141CD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2373638"/>
            <a:ext cx="4460528" cy="3798562"/>
          </a:xfrm>
        </p:spPr>
        <p:txBody>
          <a:bodyPr>
            <a:normAutofit/>
          </a:bodyPr>
          <a:lstStyle/>
          <a:p>
            <a:pPr marL="0" indent="0">
              <a:lnSpc>
                <a:spcPct val="90000"/>
              </a:lnSpc>
              <a:spcBef>
                <a:spcPts val="2500"/>
              </a:spcBef>
              <a:buFont typeface="Arial" panose="020B0604020202020204" pitchFamily="34" charset="0"/>
              <a:buNone/>
            </a:pPr>
            <a:r>
              <a:rPr lang="en-GB" sz="1300" b="1"/>
              <a:t>Project Objectives</a:t>
            </a:r>
          </a:p>
          <a:p>
            <a:pPr marL="0" lvl="1" indent="0">
              <a:lnSpc>
                <a:spcPct val="90000"/>
              </a:lnSpc>
              <a:buFont typeface="Arial" panose="020B0604020202020204" pitchFamily="34" charset="0"/>
              <a:buNone/>
            </a:pPr>
            <a:r>
              <a:rPr lang="en-GB" sz="1300"/>
              <a:t>Identify bias in datasets or models and implement fairness metrics to reduce disparities effectively.</a:t>
            </a:r>
          </a:p>
          <a:p>
            <a:pPr marL="0" indent="0">
              <a:lnSpc>
                <a:spcPct val="90000"/>
              </a:lnSpc>
              <a:spcBef>
                <a:spcPts val="2500"/>
              </a:spcBef>
              <a:buFont typeface="Arial" panose="020B0604020202020204" pitchFamily="34" charset="0"/>
              <a:buNone/>
            </a:pPr>
            <a:r>
              <a:rPr lang="en-GB" sz="1300" b="1"/>
              <a:t>Ethical Framework</a:t>
            </a:r>
          </a:p>
          <a:p>
            <a:pPr marL="0" lvl="1" indent="0">
              <a:lnSpc>
                <a:spcPct val="90000"/>
              </a:lnSpc>
              <a:buFont typeface="Arial" panose="020B0604020202020204" pitchFamily="34" charset="0"/>
              <a:buNone/>
            </a:pPr>
            <a:r>
              <a:rPr lang="en-GB" sz="1300"/>
              <a:t>Develop an ethics framework linking technical results to real-world impacts and AI fairness principles.</a:t>
            </a:r>
          </a:p>
          <a:p>
            <a:pPr marL="0" indent="0">
              <a:lnSpc>
                <a:spcPct val="90000"/>
              </a:lnSpc>
              <a:spcBef>
                <a:spcPts val="2500"/>
              </a:spcBef>
              <a:buFont typeface="Arial" panose="020B0604020202020204" pitchFamily="34" charset="0"/>
              <a:buNone/>
            </a:pPr>
            <a:r>
              <a:rPr lang="en-GB" sz="1300" b="1"/>
              <a:t>Scope and Deliverables</a:t>
            </a:r>
          </a:p>
          <a:p>
            <a:pPr marL="0" lvl="1" indent="0">
              <a:lnSpc>
                <a:spcPct val="90000"/>
              </a:lnSpc>
              <a:buFont typeface="Arial" panose="020B0604020202020204" pitchFamily="34" charset="0"/>
              <a:buNone/>
            </a:pPr>
            <a:r>
              <a:rPr lang="en-GB" sz="1300"/>
              <a:t>Analyze demographics, visualize bias, compare performance, and deliver reproducible notebooks and presentations.</a:t>
            </a:r>
          </a:p>
          <a:p>
            <a:pPr marL="0" indent="0">
              <a:lnSpc>
                <a:spcPct val="90000"/>
              </a:lnSpc>
              <a:spcBef>
                <a:spcPts val="2500"/>
              </a:spcBef>
              <a:buFont typeface="Arial" panose="020B0604020202020204" pitchFamily="34" charset="0"/>
              <a:buNone/>
            </a:pPr>
            <a:r>
              <a:rPr lang="en-GB" sz="1300" b="1"/>
              <a:t>Evaluation Criteria</a:t>
            </a:r>
          </a:p>
          <a:p>
            <a:pPr marL="0" lvl="1" indent="0">
              <a:lnSpc>
                <a:spcPct val="90000"/>
              </a:lnSpc>
              <a:buFont typeface="Arial" panose="020B0604020202020204" pitchFamily="34" charset="0"/>
              <a:buNone/>
            </a:pPr>
            <a:r>
              <a:rPr lang="en-GB" sz="1300"/>
              <a:t>Assess technical depth, clarity of visuals, mitigation effectiveness, and accessibility for all audiences.</a:t>
            </a:r>
          </a:p>
        </p:txBody>
      </p:sp>
      <p:pic>
        <p:nvPicPr>
          <p:cNvPr id="9" name="Picture Placeholder 8">
            <a:extLst>
              <a:ext uri="{FF2B5EF4-FFF2-40B4-BE49-F238E27FC236}">
                <a16:creationId xmlns:a16="http://schemas.microsoft.com/office/drawing/2014/main" id="{8B8FDE5B-E4FA-3D17-539F-862A63DDFF32}"/>
              </a:ext>
            </a:extLst>
          </p:cNvPr>
          <p:cNvPicPr>
            <a:picLocks noGrp="1" noChangeAspect="1"/>
          </p:cNvPicPr>
          <p:nvPr>
            <p:ph type="pic" sz="quarter" idx="18"/>
          </p:nvPr>
        </p:nvPicPr>
        <p:blipFill>
          <a:blip r:embed="rId3"/>
          <a:srcRect l="26114" r="23645"/>
          <a:stretch>
            <a:fillRect/>
          </a:stretch>
        </p:blipFill>
        <p:spPr>
          <a:xfrm>
            <a:off x="7217664" y="301752"/>
            <a:ext cx="4672584" cy="6254496"/>
          </a:xfrm>
          <a:prstGeom prst="rect">
            <a:avLst/>
          </a:prstGeom>
          <a:noFill/>
        </p:spPr>
      </p:pic>
    </p:spTree>
    <p:extLst>
      <p:ext uri="{BB962C8B-B14F-4D97-AF65-F5344CB8AC3E}">
        <p14:creationId xmlns:p14="http://schemas.microsoft.com/office/powerpoint/2010/main" val="12471342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C9856-A79D-4EB7-D47B-4C84E243597A}"/>
              </a:ext>
            </a:extLst>
          </p:cNvPr>
          <p:cNvSpPr>
            <a:spLocks noGrp="1"/>
          </p:cNvSpPr>
          <p:nvPr>
            <p:ph type="ctrTitle"/>
          </p:nvPr>
        </p:nvSpPr>
        <p:spPr>
          <a:xfrm>
            <a:off x="1524001" y="836955"/>
            <a:ext cx="5943600" cy="4649446"/>
          </a:xfrm>
        </p:spPr>
        <p:txBody>
          <a:bodyPr anchor="b">
            <a:normAutofit/>
          </a:bodyPr>
          <a:lstStyle/>
          <a:p>
            <a:r>
              <a:rPr lang="en-US"/>
              <a:t>Dataset and Model</a:t>
            </a:r>
          </a:p>
        </p:txBody>
      </p:sp>
    </p:spTree>
    <p:extLst>
      <p:ext uri="{BB962C8B-B14F-4D97-AF65-F5344CB8AC3E}">
        <p14:creationId xmlns:p14="http://schemas.microsoft.com/office/powerpoint/2010/main" val="9340524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FEBF5-663F-0E69-F771-5B7F54647770}"/>
              </a:ext>
            </a:extLst>
          </p:cNvPr>
          <p:cNvSpPr>
            <a:spLocks noGrp="1"/>
          </p:cNvSpPr>
          <p:nvPr>
            <p:ph type="title"/>
          </p:nvPr>
        </p:nvSpPr>
        <p:spPr>
          <a:xfrm>
            <a:off x="1529442" y="731520"/>
            <a:ext cx="10052958" cy="962590"/>
          </a:xfrm>
        </p:spPr>
        <p:txBody>
          <a:bodyPr anchor="b">
            <a:normAutofit/>
          </a:bodyPr>
          <a:lstStyle/>
          <a:p>
            <a:r>
              <a:rPr lang="en-US" sz="3400"/>
              <a:t>Healthcare Dataset and Logistic Regression Model</a:t>
            </a:r>
          </a:p>
        </p:txBody>
      </p:sp>
      <p:sp>
        <p:nvSpPr>
          <p:cNvPr id="4" name="Content Placeholder 3">
            <a:extLst>
              <a:ext uri="{FF2B5EF4-FFF2-40B4-BE49-F238E27FC236}">
                <a16:creationId xmlns:a16="http://schemas.microsoft.com/office/drawing/2014/main" id="{8BDFE611-E5F7-B51B-6CBE-AC9E7C2D456E}"/>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524000" y="1905000"/>
            <a:ext cx="4846320" cy="4268788"/>
          </a:xfrm>
        </p:spPr>
        <p:txBody>
          <a:bodyPr>
            <a:normAutofit/>
          </a:bodyPr>
          <a:lstStyle/>
          <a:p>
            <a:pPr marL="0" indent="0">
              <a:lnSpc>
                <a:spcPct val="90000"/>
              </a:lnSpc>
              <a:spcBef>
                <a:spcPts val="2500"/>
              </a:spcBef>
              <a:buFont typeface="Arial" panose="020B0604020202020204" pitchFamily="34" charset="0"/>
              <a:buNone/>
            </a:pPr>
            <a:r>
              <a:rPr lang="en-GB" b="1"/>
              <a:t>Dataset Features and Target</a:t>
            </a:r>
          </a:p>
          <a:p>
            <a:pPr marL="0" lvl="1" indent="0">
              <a:lnSpc>
                <a:spcPct val="90000"/>
              </a:lnSpc>
              <a:buFont typeface="Arial" panose="020B0604020202020204" pitchFamily="34" charset="0"/>
              <a:buNone/>
            </a:pPr>
            <a:r>
              <a:rPr lang="en-GB"/>
              <a:t>The breast cancer dataset includes medical features like radius, texture, and area, classifying malignant or benign cases.</a:t>
            </a:r>
          </a:p>
          <a:p>
            <a:pPr marL="0" indent="0">
              <a:lnSpc>
                <a:spcPct val="90000"/>
              </a:lnSpc>
              <a:spcBef>
                <a:spcPts val="2500"/>
              </a:spcBef>
              <a:buFont typeface="Arial" panose="020B0604020202020204" pitchFamily="34" charset="0"/>
              <a:buNone/>
            </a:pPr>
            <a:r>
              <a:rPr lang="en-GB" b="1"/>
              <a:t>Model Selection</a:t>
            </a:r>
          </a:p>
          <a:p>
            <a:pPr marL="0" lvl="1" indent="0">
              <a:lnSpc>
                <a:spcPct val="90000"/>
              </a:lnSpc>
              <a:buFont typeface="Arial" panose="020B0604020202020204" pitchFamily="34" charset="0"/>
              <a:buNone/>
            </a:pPr>
            <a:r>
              <a:rPr lang="en-GB"/>
              <a:t>Logistic regression was selected for its interpretability and effectiveness in binary classification tasks.</a:t>
            </a:r>
          </a:p>
          <a:p>
            <a:pPr marL="0" indent="0">
              <a:lnSpc>
                <a:spcPct val="90000"/>
              </a:lnSpc>
              <a:spcBef>
                <a:spcPts val="2500"/>
              </a:spcBef>
              <a:buFont typeface="Arial" panose="020B0604020202020204" pitchFamily="34" charset="0"/>
              <a:buNone/>
            </a:pPr>
            <a:r>
              <a:rPr lang="en-GB" b="1"/>
              <a:t>Data Preprocessing</a:t>
            </a:r>
          </a:p>
          <a:p>
            <a:pPr marL="0" lvl="1" indent="0">
              <a:lnSpc>
                <a:spcPct val="90000"/>
              </a:lnSpc>
              <a:buFont typeface="Arial" panose="020B0604020202020204" pitchFamily="34" charset="0"/>
              <a:buNone/>
            </a:pPr>
            <a:r>
              <a:rPr lang="en-GB"/>
              <a:t>Standard scaling and one-hot encoding were applied for numeric and categorical variables to prepare the data.</a:t>
            </a:r>
          </a:p>
          <a:p>
            <a:pPr marL="0" indent="0">
              <a:lnSpc>
                <a:spcPct val="90000"/>
              </a:lnSpc>
              <a:spcBef>
                <a:spcPts val="2500"/>
              </a:spcBef>
              <a:buFont typeface="Arial" panose="020B0604020202020204" pitchFamily="34" charset="0"/>
              <a:buNone/>
            </a:pPr>
            <a:r>
              <a:rPr lang="en-GB" b="1"/>
              <a:t>Fairness and Evaluation</a:t>
            </a:r>
          </a:p>
          <a:p>
            <a:pPr marL="0" lvl="1" indent="0">
              <a:lnSpc>
                <a:spcPct val="90000"/>
              </a:lnSpc>
              <a:buFont typeface="Arial" panose="020B0604020202020204" pitchFamily="34" charset="0"/>
              <a:buNone/>
            </a:pPr>
            <a:r>
              <a:rPr lang="en-GB"/>
              <a:t>Dataset splitting and fairness metrics calculation enabled bias detection across gender groups in the model.</a:t>
            </a:r>
          </a:p>
        </p:txBody>
      </p:sp>
      <p:pic>
        <p:nvPicPr>
          <p:cNvPr id="7" name="Picture Placeholder 6">
            <a:extLst>
              <a:ext uri="{FF2B5EF4-FFF2-40B4-BE49-F238E27FC236}">
                <a16:creationId xmlns:a16="http://schemas.microsoft.com/office/drawing/2014/main" id="{46ACCC39-A0DA-42F1-DEDD-1801E63A2AAA}"/>
              </a:ext>
            </a:extLst>
          </p:cNvPr>
          <p:cNvPicPr>
            <a:picLocks noGrp="1" noChangeAspect="1"/>
          </p:cNvPicPr>
          <p:nvPr>
            <p:ph sz="quarter" idx="16"/>
          </p:nvPr>
        </p:nvPicPr>
        <p:blipFill>
          <a:blip r:embed="rId3"/>
          <a:srcRect r="36139" b="-2"/>
          <a:stretch>
            <a:fillRect/>
          </a:stretch>
        </p:blipFill>
        <p:spPr>
          <a:xfrm>
            <a:off x="6736080" y="1905000"/>
            <a:ext cx="4846320" cy="4268788"/>
          </a:xfrm>
          <a:prstGeom prst="rect">
            <a:avLst/>
          </a:prstGeom>
          <a:noFill/>
        </p:spPr>
      </p:pic>
    </p:spTree>
    <p:extLst>
      <p:ext uri="{BB962C8B-B14F-4D97-AF65-F5344CB8AC3E}">
        <p14:creationId xmlns:p14="http://schemas.microsoft.com/office/powerpoint/2010/main" val="2124382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19F0C-6457-2CF9-A0F2-C0CFDCF5D736}"/>
              </a:ext>
            </a:extLst>
          </p:cNvPr>
          <p:cNvSpPr>
            <a:spLocks noGrp="1"/>
          </p:cNvSpPr>
          <p:nvPr>
            <p:ph type="ctrTitle"/>
          </p:nvPr>
        </p:nvSpPr>
        <p:spPr>
          <a:xfrm>
            <a:off x="1524001" y="836955"/>
            <a:ext cx="5943600" cy="4649446"/>
          </a:xfrm>
        </p:spPr>
        <p:txBody>
          <a:bodyPr anchor="b">
            <a:normAutofit/>
          </a:bodyPr>
          <a:lstStyle/>
          <a:p>
            <a:r>
              <a:rPr lang="en-US"/>
              <a:t>Bias Findings</a:t>
            </a:r>
          </a:p>
        </p:txBody>
      </p:sp>
    </p:spTree>
    <p:extLst>
      <p:ext uri="{BB962C8B-B14F-4D97-AF65-F5344CB8AC3E}">
        <p14:creationId xmlns:p14="http://schemas.microsoft.com/office/powerpoint/2010/main" val="39805848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E1347-E6B3-4017-6067-95729FA2FF3D}"/>
              </a:ext>
            </a:extLst>
          </p:cNvPr>
          <p:cNvSpPr>
            <a:spLocks noGrp="1"/>
          </p:cNvSpPr>
          <p:nvPr>
            <p:ph type="title"/>
          </p:nvPr>
        </p:nvSpPr>
        <p:spPr>
          <a:xfrm>
            <a:off x="1524000" y="685800"/>
            <a:ext cx="9052560" cy="1508760"/>
          </a:xfrm>
        </p:spPr>
        <p:txBody>
          <a:bodyPr anchor="b">
            <a:normAutofit/>
          </a:bodyPr>
          <a:lstStyle/>
          <a:p>
            <a:r>
              <a:rPr lang="en-US"/>
              <a:t>Fairness Metrics and Observed Disparities</a:t>
            </a:r>
          </a:p>
        </p:txBody>
      </p:sp>
      <p:graphicFrame>
        <p:nvGraphicFramePr>
          <p:cNvPr id="5" name="Content Placeholder 4">
            <a:extLst>
              <a:ext uri="{FF2B5EF4-FFF2-40B4-BE49-F238E27FC236}">
                <a16:creationId xmlns:a16="http://schemas.microsoft.com/office/drawing/2014/main" id="{BD8F0E02-8537-48BF-A0AB-BBE698F3D6A7}"/>
              </a:ext>
            </a:extLst>
          </p:cNvPr>
          <p:cNvGraphicFramePr>
            <a:graphicFrameLocks noGrp="1"/>
          </p:cNvGraphicFramePr>
          <p:nvPr>
            <p:ph sz="quarter" idx="14"/>
          </p:nvPr>
        </p:nvGraphicFramePr>
        <p:xfrm>
          <a:off x="1579368" y="2286000"/>
          <a:ext cx="9947661" cy="4280117"/>
        </p:xfrm>
        <a:graphic>
          <a:graphicData uri="http://schemas.openxmlformats.org/drawingml/2006/table">
            <a:tbl>
              <a:tblPr firstRow="1" bandRow="1">
                <a:noFill/>
                <a:tableStyleId>{5C22544A-7EE6-4342-B048-85BDC9FD1C3A}</a:tableStyleId>
              </a:tblPr>
              <a:tblGrid>
                <a:gridCol w="4045414">
                  <a:extLst>
                    <a:ext uri="{9D8B030D-6E8A-4147-A177-3AD203B41FA5}">
                      <a16:colId xmlns:a16="http://schemas.microsoft.com/office/drawing/2014/main" val="112984803"/>
                    </a:ext>
                  </a:extLst>
                </a:gridCol>
                <a:gridCol w="1804326">
                  <a:extLst>
                    <a:ext uri="{9D8B030D-6E8A-4147-A177-3AD203B41FA5}">
                      <a16:colId xmlns:a16="http://schemas.microsoft.com/office/drawing/2014/main" val="3991023876"/>
                    </a:ext>
                  </a:extLst>
                </a:gridCol>
                <a:gridCol w="4097921">
                  <a:extLst>
                    <a:ext uri="{9D8B030D-6E8A-4147-A177-3AD203B41FA5}">
                      <a16:colId xmlns:a16="http://schemas.microsoft.com/office/drawing/2014/main" val="64268155"/>
                    </a:ext>
                  </a:extLst>
                </a:gridCol>
              </a:tblGrid>
              <a:tr h="834000">
                <a:tc>
                  <a:txBody>
                    <a:bodyPr/>
                    <a:lstStyle/>
                    <a:p>
                      <a:pPr>
                        <a:buNone/>
                      </a:pPr>
                      <a:r>
                        <a:rPr lang="en-US" sz="2400" b="1" cap="all" spc="150">
                          <a:solidFill>
                            <a:schemeClr val="tx1"/>
                          </a:solidFill>
                        </a:rPr>
                        <a:t>Metric</a:t>
                      </a:r>
                    </a:p>
                  </a:txBody>
                  <a:tcPr marL="206209" marR="206209" marT="206209" marB="206209"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400" b="1" cap="all" spc="150">
                          <a:solidFill>
                            <a:schemeClr val="tx1"/>
                          </a:solidFill>
                        </a:rPr>
                        <a:t>Value</a:t>
                      </a:r>
                    </a:p>
                  </a:txBody>
                  <a:tcPr marL="206209" marR="206209" marT="206209" marB="206209"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400" b="1" cap="all" spc="150">
                          <a:solidFill>
                            <a:schemeClr val="tx1"/>
                          </a:solidFill>
                        </a:rPr>
                        <a:t>Interpretation</a:t>
                      </a:r>
                    </a:p>
                  </a:txBody>
                  <a:tcPr marL="206209" marR="206209" marT="206209" marB="206209"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4067112755"/>
                  </a:ext>
                </a:extLst>
              </a:tr>
              <a:tr h="1360978">
                <a:tc>
                  <a:txBody>
                    <a:bodyPr/>
                    <a:lstStyle/>
                    <a:p>
                      <a:pPr>
                        <a:buNone/>
                      </a:pPr>
                      <a:r>
                        <a:rPr lang="en-US" sz="2000" b="1" cap="none" spc="0">
                          <a:solidFill>
                            <a:schemeClr val="tx1"/>
                          </a:solidFill>
                        </a:rPr>
                        <a:t>Statistical Parity Difference</a:t>
                      </a:r>
                    </a:p>
                  </a:txBody>
                  <a:tcPr marL="206209" marR="206209" marT="206209" marB="206209"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2000" cap="none" spc="0">
                          <a:solidFill>
                            <a:schemeClr val="tx1"/>
                          </a:solidFill>
                        </a:rPr>
                        <a:t>-0.045</a:t>
                      </a:r>
                    </a:p>
                  </a:txBody>
                  <a:tcPr marL="206209" marR="206209" marT="206209" marB="206209"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2000" cap="none" spc="0">
                          <a:solidFill>
                            <a:schemeClr val="tx1"/>
                          </a:solidFill>
                        </a:rPr>
                        <a:t>Minor difference in positive classification rates between genders</a:t>
                      </a:r>
                    </a:p>
                  </a:txBody>
                  <a:tcPr marL="206209" marR="206209" marT="206209" marB="206209"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1241710592"/>
                  </a:ext>
                </a:extLst>
              </a:tr>
              <a:tr h="1063121">
                <a:tc>
                  <a:txBody>
                    <a:bodyPr/>
                    <a:lstStyle/>
                    <a:p>
                      <a:pPr>
                        <a:buNone/>
                      </a:pPr>
                      <a:r>
                        <a:rPr lang="en-US" sz="2000" b="1" cap="none" spc="0">
                          <a:solidFill>
                            <a:schemeClr val="tx1"/>
                          </a:solidFill>
                        </a:rPr>
                        <a:t>Disparate Impact</a:t>
                      </a:r>
                    </a:p>
                  </a:txBody>
                  <a:tcPr marL="206209" marR="206209" marT="206209" marB="2062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000" cap="none" spc="0">
                          <a:solidFill>
                            <a:schemeClr val="tx1"/>
                          </a:solidFill>
                        </a:rPr>
                        <a:t>1.075</a:t>
                      </a:r>
                    </a:p>
                  </a:txBody>
                  <a:tcPr marL="206209" marR="206209" marT="206209" marB="2062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000" cap="none" spc="0">
                          <a:solidFill>
                            <a:schemeClr val="tx1"/>
                          </a:solidFill>
                        </a:rPr>
                        <a:t>Females slightly favored in positive outcomes</a:t>
                      </a:r>
                    </a:p>
                  </a:txBody>
                  <a:tcPr marL="206209" marR="206209" marT="206209" marB="2062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373324670"/>
                  </a:ext>
                </a:extLst>
              </a:tr>
              <a:tr h="765264">
                <a:tc>
                  <a:txBody>
                    <a:bodyPr/>
                    <a:lstStyle/>
                    <a:p>
                      <a:pPr>
                        <a:buNone/>
                      </a:pPr>
                      <a:r>
                        <a:rPr lang="en-US" sz="2000" b="1" cap="none" spc="0">
                          <a:solidFill>
                            <a:schemeClr val="tx1"/>
                          </a:solidFill>
                        </a:rPr>
                        <a:t>Equal Opportunity Difference</a:t>
                      </a:r>
                    </a:p>
                  </a:txBody>
                  <a:tcPr marL="206209" marR="206209" marT="206209" marB="206209"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2000" b="0" cap="none" spc="0">
                          <a:solidFill>
                            <a:schemeClr val="tx1"/>
                          </a:solidFill>
                        </a:rPr>
                        <a:t>-0.002</a:t>
                      </a:r>
                    </a:p>
                  </a:txBody>
                  <a:tcPr marL="206209" marR="206209" marT="206209" marB="206209"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2000" b="0" cap="none" spc="0">
                          <a:solidFill>
                            <a:schemeClr val="tx1"/>
                          </a:solidFill>
                        </a:rPr>
                        <a:t>Near parity in true positive rates</a:t>
                      </a:r>
                    </a:p>
                  </a:txBody>
                  <a:tcPr marL="206209" marR="206209" marT="206209" marB="206209"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822525626"/>
                  </a:ext>
                </a:extLst>
              </a:tr>
            </a:tbl>
          </a:graphicData>
        </a:graphic>
      </p:graphicFrame>
    </p:spTree>
    <p:extLst>
      <p:ext uri="{BB962C8B-B14F-4D97-AF65-F5344CB8AC3E}">
        <p14:creationId xmlns:p14="http://schemas.microsoft.com/office/powerpoint/2010/main" val="85982454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84319-BCDA-2208-9D21-7E859AC487D7}"/>
              </a:ext>
            </a:extLst>
          </p:cNvPr>
          <p:cNvSpPr>
            <a:spLocks noGrp="1"/>
          </p:cNvSpPr>
          <p:nvPr>
            <p:ph type="ctrTitle"/>
          </p:nvPr>
        </p:nvSpPr>
        <p:spPr>
          <a:xfrm>
            <a:off x="1524001" y="836955"/>
            <a:ext cx="5943600" cy="4649446"/>
          </a:xfrm>
        </p:spPr>
        <p:txBody>
          <a:bodyPr anchor="b">
            <a:normAutofit/>
          </a:bodyPr>
          <a:lstStyle/>
          <a:p>
            <a:r>
              <a:rPr lang="en-US" sz="5000"/>
              <a:t>Visual Representation</a:t>
            </a:r>
          </a:p>
        </p:txBody>
      </p:sp>
    </p:spTree>
    <p:extLst>
      <p:ext uri="{BB962C8B-B14F-4D97-AF65-F5344CB8AC3E}">
        <p14:creationId xmlns:p14="http://schemas.microsoft.com/office/powerpoint/2010/main" val="20378146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BB076-1732-87B3-9FFF-D9FBF8616ACF}"/>
              </a:ext>
            </a:extLst>
          </p:cNvPr>
          <p:cNvSpPr>
            <a:spLocks noGrp="1"/>
          </p:cNvSpPr>
          <p:nvPr>
            <p:ph type="title"/>
          </p:nvPr>
        </p:nvSpPr>
        <p:spPr>
          <a:xfrm>
            <a:off x="1524000" y="731520"/>
            <a:ext cx="10069483" cy="951766"/>
          </a:xfrm>
        </p:spPr>
        <p:txBody>
          <a:bodyPr anchor="b">
            <a:normAutofit/>
          </a:bodyPr>
          <a:lstStyle/>
          <a:p>
            <a:r>
              <a:rPr lang="en-US" sz="3700"/>
              <a:t>Charts Illustrating Bias Patterns</a:t>
            </a:r>
          </a:p>
        </p:txBody>
      </p:sp>
      <p:graphicFrame>
        <p:nvGraphicFramePr>
          <p:cNvPr id="4" name="Content Placeholder 3">
            <a:extLst>
              <a:ext uri="{FF2B5EF4-FFF2-40B4-BE49-F238E27FC236}">
                <a16:creationId xmlns:a16="http://schemas.microsoft.com/office/drawing/2014/main" id="{6A5C8F9E-D575-4120-8213-5123D5FA8E5E}"/>
              </a:ext>
            </a:extLst>
          </p:cNvPr>
          <p:cNvGraphicFramePr>
            <a:graphicFrameLocks noGrp="1"/>
          </p:cNvGraphicFramePr>
          <p:nvPr>
            <p:ph sz="quarter" idx="14"/>
            <p:extLst>
              <p:ext uri="{D42A27DB-BD31-4B8C-83A1-F6EECF244321}">
                <p14:modId xmlns:p14="http://schemas.microsoft.com/office/powerpoint/2010/main" val="2818679721"/>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523999" y="1865430"/>
          <a:ext cx="10057019" cy="43067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116120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B0B7-8FDA-9B95-8F39-7A0698098168}"/>
              </a:ext>
            </a:extLst>
          </p:cNvPr>
          <p:cNvSpPr>
            <a:spLocks noGrp="1"/>
          </p:cNvSpPr>
          <p:nvPr>
            <p:ph type="title"/>
          </p:nvPr>
        </p:nvSpPr>
        <p:spPr/>
        <p:txBody>
          <a:bodyPr/>
          <a:lstStyle/>
          <a:p>
            <a:endParaRPr lang="en-GB"/>
          </a:p>
        </p:txBody>
      </p:sp>
      <p:pic>
        <p:nvPicPr>
          <p:cNvPr id="4" name="Picture 3" descr="A graph of a person and person&#10;&#10;AI-generated content may be incorrect.">
            <a:extLst>
              <a:ext uri="{FF2B5EF4-FFF2-40B4-BE49-F238E27FC236}">
                <a16:creationId xmlns:a16="http://schemas.microsoft.com/office/drawing/2014/main" id="{D12A05CD-9D4F-973C-23C0-F4F5BA83DFF7}"/>
              </a:ext>
            </a:extLst>
          </p:cNvPr>
          <p:cNvPicPr>
            <a:picLocks noChangeAspect="1"/>
          </p:cNvPicPr>
          <p:nvPr/>
        </p:nvPicPr>
        <p:blipFill>
          <a:blip r:embed="rId2"/>
          <a:stretch>
            <a:fillRect/>
          </a:stretch>
        </p:blipFill>
        <p:spPr>
          <a:xfrm>
            <a:off x="6876142" y="2943679"/>
            <a:ext cx="4983238" cy="3740452"/>
          </a:xfrm>
          <a:prstGeom prst="rect">
            <a:avLst/>
          </a:prstGeom>
        </p:spPr>
      </p:pic>
      <p:pic>
        <p:nvPicPr>
          <p:cNvPr id="5" name="Picture 4" descr="A graph of approval rate by gender&#10;&#10;AI-generated content may be incorrect.">
            <a:extLst>
              <a:ext uri="{FF2B5EF4-FFF2-40B4-BE49-F238E27FC236}">
                <a16:creationId xmlns:a16="http://schemas.microsoft.com/office/drawing/2014/main" id="{E3C2117F-1FED-0ACC-48C4-86E8163C35A6}"/>
              </a:ext>
            </a:extLst>
          </p:cNvPr>
          <p:cNvPicPr>
            <a:picLocks noChangeAspect="1"/>
          </p:cNvPicPr>
          <p:nvPr/>
        </p:nvPicPr>
        <p:blipFill>
          <a:blip r:embed="rId3"/>
          <a:stretch>
            <a:fillRect/>
          </a:stretch>
        </p:blipFill>
        <p:spPr>
          <a:xfrm>
            <a:off x="329595" y="291798"/>
            <a:ext cx="5200952" cy="3897690"/>
          </a:xfrm>
          <a:prstGeom prst="rect">
            <a:avLst/>
          </a:prstGeom>
        </p:spPr>
      </p:pic>
    </p:spTree>
    <p:extLst>
      <p:ext uri="{BB962C8B-B14F-4D97-AF65-F5344CB8AC3E}">
        <p14:creationId xmlns:p14="http://schemas.microsoft.com/office/powerpoint/2010/main" val="2459243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52CB4-5BCC-3034-4E41-D046EF386D82}"/>
              </a:ext>
            </a:extLst>
          </p:cNvPr>
          <p:cNvSpPr>
            <a:spLocks noGrp="1"/>
          </p:cNvSpPr>
          <p:nvPr>
            <p:ph type="ctrTitle"/>
          </p:nvPr>
        </p:nvSpPr>
        <p:spPr>
          <a:xfrm>
            <a:off x="1524001" y="836955"/>
            <a:ext cx="5943600" cy="4649446"/>
          </a:xfrm>
        </p:spPr>
        <p:txBody>
          <a:bodyPr anchor="b">
            <a:normAutofit/>
          </a:bodyPr>
          <a:lstStyle/>
          <a:p>
            <a:r>
              <a:rPr lang="en-US" sz="5600"/>
              <a:t>Mitigation Strategies and Performance</a:t>
            </a:r>
          </a:p>
        </p:txBody>
      </p:sp>
    </p:spTree>
    <p:extLst>
      <p:ext uri="{BB962C8B-B14F-4D97-AF65-F5344CB8AC3E}">
        <p14:creationId xmlns:p14="http://schemas.microsoft.com/office/powerpoint/2010/main" val="40618744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6DD2F-F1DB-2B9D-98FE-DF1732C51B2C}"/>
              </a:ext>
            </a:extLst>
          </p:cNvPr>
          <p:cNvSpPr>
            <a:spLocks noGrp="1"/>
          </p:cNvSpPr>
          <p:nvPr>
            <p:ph type="title"/>
          </p:nvPr>
        </p:nvSpPr>
        <p:spPr>
          <a:xfrm>
            <a:off x="731520" y="731520"/>
            <a:ext cx="6858000" cy="914400"/>
          </a:xfrm>
        </p:spPr>
        <p:txBody>
          <a:bodyPr anchor="b">
            <a:normAutofit/>
          </a:bodyPr>
          <a:lstStyle/>
          <a:p>
            <a:r>
              <a:rPr lang="en-US" sz="3100"/>
              <a:t>Bias Mitigation Techniques and Impact</a:t>
            </a:r>
          </a:p>
        </p:txBody>
      </p:sp>
      <p:sp>
        <p:nvSpPr>
          <p:cNvPr id="4" name="Content Placeholder 3">
            <a:extLst>
              <a:ext uri="{FF2B5EF4-FFF2-40B4-BE49-F238E27FC236}">
                <a16:creationId xmlns:a16="http://schemas.microsoft.com/office/drawing/2014/main" id="{C95DC02F-4478-6C4C-4DB5-91F6707B45D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US" b="1"/>
              <a:t>Reweighing Technique</a:t>
            </a:r>
          </a:p>
          <a:p>
            <a:pPr marL="0" lvl="1" indent="0">
              <a:buFont typeface="Arial" panose="020B0604020202020204" pitchFamily="34" charset="0"/>
              <a:buNone/>
            </a:pPr>
            <a:r>
              <a:t>Reweighing adjusts instance weights to balance representation across demographic groups during model training.</a:t>
            </a:r>
            <a:endParaRPr lang="en-US"/>
          </a:p>
          <a:p>
            <a:pPr marL="0" indent="0">
              <a:spcBef>
                <a:spcPts val="2500"/>
              </a:spcBef>
              <a:buFont typeface="Arial" panose="020B0604020202020204" pitchFamily="34" charset="0"/>
              <a:buNone/>
            </a:pPr>
            <a:r>
              <a:rPr lang="en-US" b="1"/>
              <a:t>Fairness Metrics Improvement</a:t>
            </a:r>
          </a:p>
          <a:p>
            <a:pPr marL="0" lvl="1" indent="0">
              <a:buFont typeface="Arial" panose="020B0604020202020204" pitchFamily="34" charset="0"/>
              <a:buNone/>
            </a:pPr>
            <a:r>
              <a:t>Fairness metrics showed reduced disparities after applying bias mitigation, while accuracy remained stable.</a:t>
            </a:r>
            <a:endParaRPr lang="en-US"/>
          </a:p>
          <a:p>
            <a:pPr marL="0" indent="0">
              <a:spcBef>
                <a:spcPts val="2500"/>
              </a:spcBef>
              <a:buFont typeface="Arial" panose="020B0604020202020204" pitchFamily="34" charset="0"/>
              <a:buNone/>
            </a:pPr>
            <a:r>
              <a:rPr lang="en-US" b="1"/>
              <a:t>Importance of Bias Mitigation</a:t>
            </a:r>
          </a:p>
          <a:p>
            <a:pPr marL="0" lvl="1" indent="0">
              <a:buFont typeface="Arial" panose="020B0604020202020204" pitchFamily="34" charset="0"/>
              <a:buNone/>
            </a:pPr>
            <a:r>
              <a:t>Integrating bias mitigation in machine learning pipelines ensures equitable outcomes without performance loss.</a:t>
            </a:r>
            <a:endParaRPr lang="en-US"/>
          </a:p>
          <a:p>
            <a:pPr marL="0" indent="0">
              <a:spcBef>
                <a:spcPts val="2500"/>
              </a:spcBef>
              <a:buFont typeface="Arial" panose="020B0604020202020204" pitchFamily="34" charset="0"/>
              <a:buNone/>
            </a:pPr>
            <a:r>
              <a:rPr lang="en-US" b="1"/>
              <a:t>Future Techniques</a:t>
            </a:r>
          </a:p>
          <a:p>
            <a:pPr marL="0" lvl="1" indent="0">
              <a:buFont typeface="Arial" panose="020B0604020202020204" pitchFamily="34" charset="0"/>
              <a:buNone/>
            </a:pPr>
            <a:r>
              <a:t>Exploring adversarial debiasing and fairness constraints can further enhance bias mitigation effectiveness.</a:t>
            </a:r>
            <a:endParaRPr lang="en-US"/>
          </a:p>
        </p:txBody>
      </p:sp>
      <p:pic>
        <p:nvPicPr>
          <p:cNvPr id="7" name="Picture 6">
            <a:extLst>
              <a:ext uri="{FF2B5EF4-FFF2-40B4-BE49-F238E27FC236}">
                <a16:creationId xmlns:a16="http://schemas.microsoft.com/office/drawing/2014/main" id="{299958F3-49BA-5B65-560C-4BC82B75021B}"/>
              </a:ext>
            </a:extLst>
          </p:cNvPr>
          <p:cNvPicPr>
            <a:picLocks noChangeAspect="1"/>
          </p:cNvPicPr>
          <p:nvPr/>
        </p:nvPicPr>
        <p:blipFill>
          <a:blip r:embed="rId3"/>
          <a:stretch>
            <a:fillRect/>
          </a:stretch>
        </p:blipFill>
        <p:spPr>
          <a:xfrm>
            <a:off x="7441817" y="4927"/>
            <a:ext cx="4862676" cy="6953249"/>
          </a:xfrm>
          <a:prstGeom prst="rect">
            <a:avLst/>
          </a:prstGeom>
        </p:spPr>
      </p:pic>
    </p:spTree>
    <p:extLst>
      <p:ext uri="{BB962C8B-B14F-4D97-AF65-F5344CB8AC3E}">
        <p14:creationId xmlns:p14="http://schemas.microsoft.com/office/powerpoint/2010/main" val="3678105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70B97-7C6F-F08C-F88C-4DD3B3A5B0E7}"/>
              </a:ext>
            </a:extLst>
          </p:cNvPr>
          <p:cNvSpPr>
            <a:spLocks noGrp="1"/>
          </p:cNvSpPr>
          <p:nvPr>
            <p:ph type="ctrTitle"/>
          </p:nvPr>
        </p:nvSpPr>
        <p:spPr>
          <a:xfrm>
            <a:off x="1524001" y="836955"/>
            <a:ext cx="5943600" cy="4649446"/>
          </a:xfrm>
        </p:spPr>
        <p:txBody>
          <a:bodyPr anchor="b">
            <a:normAutofit/>
          </a:bodyPr>
          <a:lstStyle/>
          <a:p>
            <a:r>
              <a:rPr lang="en-US" sz="3800"/>
              <a:t>Ethical Implications and Recommendations</a:t>
            </a:r>
          </a:p>
        </p:txBody>
      </p:sp>
    </p:spTree>
    <p:extLst>
      <p:ext uri="{BB962C8B-B14F-4D97-AF65-F5344CB8AC3E}">
        <p14:creationId xmlns:p14="http://schemas.microsoft.com/office/powerpoint/2010/main" val="17060928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134BC-306A-42A4-397C-C574FACD4009}"/>
              </a:ext>
            </a:extLst>
          </p:cNvPr>
          <p:cNvSpPr>
            <a:spLocks noGrp="1"/>
          </p:cNvSpPr>
          <p:nvPr>
            <p:ph type="title"/>
          </p:nvPr>
        </p:nvSpPr>
        <p:spPr>
          <a:xfrm>
            <a:off x="731520" y="731520"/>
            <a:ext cx="6858000" cy="914400"/>
          </a:xfrm>
        </p:spPr>
        <p:txBody>
          <a:bodyPr anchor="b">
            <a:normAutofit/>
          </a:bodyPr>
          <a:lstStyle/>
          <a:p>
            <a:r>
              <a:rPr lang="en-US" sz="3100"/>
              <a:t>Connecting Findings to AI Ethics Principles</a:t>
            </a:r>
          </a:p>
        </p:txBody>
      </p:sp>
      <p:sp>
        <p:nvSpPr>
          <p:cNvPr id="4" name="Content Placeholder 3">
            <a:extLst>
              <a:ext uri="{FF2B5EF4-FFF2-40B4-BE49-F238E27FC236}">
                <a16:creationId xmlns:a16="http://schemas.microsoft.com/office/drawing/2014/main" id="{B8255B4B-8FA6-8326-273A-A127AC8BB19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US" b="1"/>
              <a:t>Ethical Impact of Bias</a:t>
            </a:r>
          </a:p>
          <a:p>
            <a:pPr marL="0" lvl="1" indent="0">
              <a:buFont typeface="Arial" panose="020B0604020202020204" pitchFamily="34" charset="0"/>
              <a:buNone/>
            </a:pPr>
            <a:r>
              <a:t>Bias in machine learning causes real-world disadvantages, especially in sensitive domains like healthcare.</a:t>
            </a:r>
            <a:endParaRPr lang="en-US"/>
          </a:p>
          <a:p>
            <a:pPr marL="0" indent="0">
              <a:spcBef>
                <a:spcPts val="2500"/>
              </a:spcBef>
              <a:buFont typeface="Arial" panose="020B0604020202020204" pitchFamily="34" charset="0"/>
              <a:buNone/>
            </a:pPr>
            <a:r>
              <a:rPr lang="en-US" b="1"/>
              <a:t>Principles of Fairness and Accountability</a:t>
            </a:r>
          </a:p>
          <a:p>
            <a:pPr marL="0" lvl="1" indent="0">
              <a:buFont typeface="Arial" panose="020B0604020202020204" pitchFamily="34" charset="0"/>
              <a:buNone/>
            </a:pPr>
            <a:r>
              <a:t>The project aligns with fairness, accountability, and transparency by identifying and mitigating bias effectively.</a:t>
            </a:r>
            <a:endParaRPr lang="en-US"/>
          </a:p>
          <a:p>
            <a:pPr marL="0" indent="0">
              <a:spcBef>
                <a:spcPts val="2500"/>
              </a:spcBef>
              <a:buFont typeface="Arial" panose="020B0604020202020204" pitchFamily="34" charset="0"/>
              <a:buNone/>
            </a:pPr>
            <a:r>
              <a:rPr lang="en-US" b="1"/>
              <a:t>Recommendations for Ethical AI</a:t>
            </a:r>
          </a:p>
          <a:p>
            <a:pPr marL="0" lvl="1" indent="0">
              <a:buFont typeface="Arial" panose="020B0604020202020204" pitchFamily="34" charset="0"/>
              <a:buNone/>
            </a:pPr>
            <a:r>
              <a:t>Continuous fairness monitoring, diverse demographic data, and stakeholder engagement enhance ethical AI development.</a:t>
            </a:r>
            <a:endParaRPr lang="en-US"/>
          </a:p>
          <a:p>
            <a:pPr marL="0" indent="0">
              <a:spcBef>
                <a:spcPts val="2500"/>
              </a:spcBef>
              <a:buFont typeface="Arial" panose="020B0604020202020204" pitchFamily="34" charset="0"/>
              <a:buNone/>
            </a:pPr>
            <a:r>
              <a:rPr lang="en-US" b="1"/>
              <a:t>Ethics Framework for AI</a:t>
            </a:r>
          </a:p>
          <a:p>
            <a:pPr marL="0" lvl="1" indent="0">
              <a:buFont typeface="Arial" panose="020B0604020202020204" pitchFamily="34" charset="0"/>
              <a:buNone/>
            </a:pPr>
            <a:r>
              <a:t>An ethics framework grounded in societal values promotes trust and equity in AI systems tailored to use cases.</a:t>
            </a:r>
            <a:endParaRPr lang="en-US"/>
          </a:p>
        </p:txBody>
      </p:sp>
      <p:pic>
        <p:nvPicPr>
          <p:cNvPr id="5" name="Content Placeholder 4" descr="Artificial Intelligence of Manhattan">
            <a:extLst>
              <a:ext uri="{FF2B5EF4-FFF2-40B4-BE49-F238E27FC236}">
                <a16:creationId xmlns:a16="http://schemas.microsoft.com/office/drawing/2014/main" id="{514A2EA6-6142-4EEE-9B37-0B0A20944DE0}"/>
              </a:ext>
            </a:extLst>
          </p:cNvPr>
          <p:cNvPicPr>
            <a:picLocks noGrp="1" noChangeAspect="1"/>
          </p:cNvPicPr>
          <p:nvPr>
            <p:ph type="pic" sz="quarter" idx="18"/>
          </p:nvPr>
        </p:nvPicPr>
        <p:blipFill>
          <a:blip r:embed="rId3"/>
          <a:srcRect l="37651" r="39951" b="2"/>
          <a:stretch>
            <a:fillRect/>
          </a:stretch>
        </p:blipFill>
        <p:spPr>
          <a:xfrm>
            <a:off x="9603033" y="301752"/>
            <a:ext cx="2287214" cy="6254496"/>
          </a:xfrm>
          <a:prstGeom prst="rect">
            <a:avLst/>
          </a:prstGeom>
          <a:noFill/>
        </p:spPr>
      </p:pic>
    </p:spTree>
    <p:extLst>
      <p:ext uri="{BB962C8B-B14F-4D97-AF65-F5344CB8AC3E}">
        <p14:creationId xmlns:p14="http://schemas.microsoft.com/office/powerpoint/2010/main" val="31034392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676C0-09C7-7DA1-B87D-B978B60DDC32}"/>
              </a:ext>
            </a:extLst>
          </p:cNvPr>
          <p:cNvSpPr>
            <a:spLocks noGrp="1"/>
          </p:cNvSpPr>
          <p:nvPr>
            <p:ph type="ctrTitle"/>
          </p:nvPr>
        </p:nvSpPr>
        <p:spPr>
          <a:xfrm>
            <a:off x="1524001" y="836955"/>
            <a:ext cx="5943600" cy="4649446"/>
          </a:xfrm>
        </p:spPr>
        <p:txBody>
          <a:bodyPr anchor="b">
            <a:normAutofit/>
          </a:bodyPr>
          <a:lstStyle/>
          <a:p>
            <a:r>
              <a:rPr lang="en-US" sz="6200"/>
              <a:t>Conclusion</a:t>
            </a:r>
          </a:p>
        </p:txBody>
      </p:sp>
    </p:spTree>
    <p:extLst>
      <p:ext uri="{BB962C8B-B14F-4D97-AF65-F5344CB8AC3E}">
        <p14:creationId xmlns:p14="http://schemas.microsoft.com/office/powerpoint/2010/main" val="33408993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AAE02-3BBF-B035-E44A-90967C1E422E}"/>
              </a:ext>
            </a:extLst>
          </p:cNvPr>
          <p:cNvSpPr>
            <a:spLocks noGrp="1"/>
          </p:cNvSpPr>
          <p:nvPr>
            <p:ph type="title"/>
          </p:nvPr>
        </p:nvSpPr>
        <p:spPr>
          <a:xfrm>
            <a:off x="1529442" y="731520"/>
            <a:ext cx="10052958" cy="962590"/>
          </a:xfrm>
        </p:spPr>
        <p:txBody>
          <a:bodyPr anchor="b">
            <a:normAutofit/>
          </a:bodyPr>
          <a:lstStyle/>
          <a:p>
            <a:r>
              <a:rPr lang="en-US"/>
              <a:t>Summary and Future Directions</a:t>
            </a:r>
          </a:p>
        </p:txBody>
      </p:sp>
      <p:sp>
        <p:nvSpPr>
          <p:cNvPr id="4" name="Content Placeholder 3">
            <a:extLst>
              <a:ext uri="{FF2B5EF4-FFF2-40B4-BE49-F238E27FC236}">
                <a16:creationId xmlns:a16="http://schemas.microsoft.com/office/drawing/2014/main" id="{4527F318-56D3-D0A9-FC6C-F76FC264A605}"/>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524000" y="1905000"/>
            <a:ext cx="4846320" cy="4268788"/>
          </a:xfrm>
        </p:spPr>
        <p:txBody>
          <a:bodyPr>
            <a:normAutofit/>
          </a:bodyPr>
          <a:lstStyle/>
          <a:p>
            <a:pPr marL="0" indent="0">
              <a:spcBef>
                <a:spcPts val="2500"/>
              </a:spcBef>
              <a:buFont typeface="Arial" panose="020B0604020202020204" pitchFamily="34" charset="0"/>
              <a:buNone/>
            </a:pPr>
            <a:r>
              <a:rPr lang="en-GB" b="1"/>
              <a:t>Comprehensive Bias Mitigation</a:t>
            </a:r>
          </a:p>
          <a:p>
            <a:pPr marL="0" lvl="1" indent="0">
              <a:buFont typeface="Arial" panose="020B0604020202020204" pitchFamily="34" charset="0"/>
              <a:buNone/>
            </a:pPr>
            <a:r>
              <a:rPr lang="en-US"/>
              <a:t>The project uses metrics, visual analysis, and ethics to identify and reduce bias in machine learning models.</a:t>
            </a:r>
            <a:endParaRPr lang="en-GB"/>
          </a:p>
          <a:p>
            <a:pPr marL="0" indent="0">
              <a:spcBef>
                <a:spcPts val="2500"/>
              </a:spcBef>
              <a:buFont typeface="Arial" panose="020B0604020202020204" pitchFamily="34" charset="0"/>
              <a:buNone/>
            </a:pPr>
            <a:r>
              <a:rPr lang="en-GB" b="1"/>
              <a:t>Ensuring Fairness and Trust</a:t>
            </a:r>
          </a:p>
          <a:p>
            <a:pPr marL="0" lvl="1" indent="0">
              <a:buFont typeface="Arial" panose="020B0604020202020204" pitchFamily="34" charset="0"/>
              <a:buNone/>
            </a:pPr>
            <a:r>
              <a:rPr lang="en-US"/>
              <a:t>Proactive mitigation addresses disparities to ensure fair AI outcomes and build user trust in technology.</a:t>
            </a:r>
            <a:endParaRPr lang="en-GB"/>
          </a:p>
          <a:p>
            <a:pPr marL="0" indent="0">
              <a:spcBef>
                <a:spcPts val="2500"/>
              </a:spcBef>
              <a:buFont typeface="Arial" panose="020B0604020202020204" pitchFamily="34" charset="0"/>
              <a:buNone/>
            </a:pPr>
            <a:r>
              <a:rPr lang="en-GB" b="1"/>
              <a:t>Future Research Directions</a:t>
            </a:r>
          </a:p>
          <a:p>
            <a:pPr marL="0" lvl="1" indent="0">
              <a:buFont typeface="Arial" panose="020B0604020202020204" pitchFamily="34" charset="0"/>
              <a:buNone/>
            </a:pPr>
            <a:r>
              <a:rPr lang="en-US"/>
              <a:t>Future efforts focus on advanced techniques, broader demographic inclusion, and lifecycle fairness integration.</a:t>
            </a:r>
            <a:endParaRPr lang="en-GB"/>
          </a:p>
          <a:p>
            <a:pPr marL="0" indent="0">
              <a:spcBef>
                <a:spcPts val="2500"/>
              </a:spcBef>
              <a:buFont typeface="Arial" panose="020B0604020202020204" pitchFamily="34" charset="0"/>
              <a:buNone/>
            </a:pPr>
            <a:r>
              <a:rPr lang="en-GB" b="1"/>
              <a:t>Ethical AI Development</a:t>
            </a:r>
          </a:p>
          <a:p>
            <a:pPr marL="0" lvl="1" indent="0">
              <a:buFont typeface="Arial" panose="020B0604020202020204" pitchFamily="34" charset="0"/>
              <a:buNone/>
            </a:pPr>
            <a:r>
              <a:rPr lang="en-US"/>
              <a:t>Prioritizing ethics alongside technical performance fosters AI solutions that serve all users responsibly.</a:t>
            </a:r>
            <a:endParaRPr lang="en-GB"/>
          </a:p>
        </p:txBody>
      </p:sp>
      <p:pic>
        <p:nvPicPr>
          <p:cNvPr id="7" name="Picture Placeholder 6" descr="A person wearing glasses and a white coat&#10;&#10;AI-generated content may be incorrect.">
            <a:extLst>
              <a:ext uri="{FF2B5EF4-FFF2-40B4-BE49-F238E27FC236}">
                <a16:creationId xmlns:a16="http://schemas.microsoft.com/office/drawing/2014/main" id="{E064FB26-7F27-852B-8F11-9596F4F83F27}"/>
              </a:ext>
            </a:extLst>
          </p:cNvPr>
          <p:cNvPicPr>
            <a:picLocks noGrp="1" noChangeAspect="1"/>
          </p:cNvPicPr>
          <p:nvPr>
            <p:ph sz="quarter" idx="16"/>
          </p:nvPr>
        </p:nvPicPr>
        <p:blipFill>
          <a:blip r:embed="rId3"/>
          <a:stretch/>
        </p:blipFill>
        <p:spPr>
          <a:xfrm>
            <a:off x="6736080" y="2421935"/>
            <a:ext cx="4846320" cy="3234918"/>
          </a:xfrm>
          <a:prstGeom prst="rect">
            <a:avLst/>
          </a:prstGeom>
          <a:noFill/>
        </p:spPr>
      </p:pic>
    </p:spTree>
    <p:extLst>
      <p:ext uri="{BB962C8B-B14F-4D97-AF65-F5344CB8AC3E}">
        <p14:creationId xmlns:p14="http://schemas.microsoft.com/office/powerpoint/2010/main" val="14740900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Galaxy">
  <a:themeElements>
    <a:clrScheme name="Galaxy">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Custom 64">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_Copilot Layouts_win32_KO_V7" id="{277D7D6E-D023-4C41-8C54-008713810D9E}" vid="{6C12C930-BEAE-46EF-AAFA-5A28A00669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8260E051FF6D84BA53AFA7F3024F166" ma:contentTypeVersion="10" ma:contentTypeDescription="Create a new document." ma:contentTypeScope="" ma:versionID="8ccd6575f3d238905fbdf177b5ae280d">
  <xsd:schema xmlns:xsd="http://www.w3.org/2001/XMLSchema" xmlns:xs="http://www.w3.org/2001/XMLSchema" xmlns:p="http://schemas.microsoft.com/office/2006/metadata/properties" xmlns:ns2="b10c5cd0-9197-4beb-b7be-06a8a25c2db2" targetNamespace="http://schemas.microsoft.com/office/2006/metadata/properties" ma:root="true" ma:fieldsID="32b66c4fed9da3d736610f3d8043e761" ns2:_="">
    <xsd:import namespace="b10c5cd0-9197-4beb-b7be-06a8a25c2db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0c5cd0-9197-4beb-b7be-06a8a25c2d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66b7f75-f62d-4b7a-b8a1-4b1a340ee17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10c5cd0-9197-4beb-b7be-06a8a25c2db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703137-B41F-4272-98E3-CAE3C01E3485}"/>
</file>

<file path=customXml/itemProps2.xml><?xml version="1.0" encoding="utf-8"?>
<ds:datastoreItem xmlns:ds="http://schemas.openxmlformats.org/officeDocument/2006/customXml" ds:itemID="{4B99ED26-B189-4BA1-99D0-1112D8C2F106}">
  <ds:schemaRefs>
    <ds:schemaRef ds:uri="http://schemas.microsoft.com/sharepoint/v3"/>
    <ds:schemaRef ds:uri="http://schemas.microsoft.com/office/2006/documentManagement/types"/>
    <ds:schemaRef ds:uri="http://www.w3.org/XML/1998/namespace"/>
    <ds:schemaRef ds:uri="http://schemas.microsoft.com/office/infopath/2007/PartnerControls"/>
    <ds:schemaRef ds:uri="http://schemas.microsoft.com/office/2006/metadata/properties"/>
    <ds:schemaRef ds:uri="16c05727-aa75-4e4a-9b5f-8a80a1165891"/>
    <ds:schemaRef ds:uri="http://purl.org/dc/dcmitype/"/>
    <ds:schemaRef ds:uri="http://schemas.openxmlformats.org/package/2006/metadata/core-properties"/>
    <ds:schemaRef ds:uri="http://purl.org/dc/elements/1.1/"/>
    <ds:schemaRef ds:uri="230e9df3-be65-4c73-a93b-d1236ebd677e"/>
    <ds:schemaRef ds:uri="71af3243-3dd4-4a8d-8c0d-dd76da1f02a5"/>
    <ds:schemaRef ds:uri="http://purl.org/dc/terms/"/>
  </ds:schemaRefs>
</ds:datastoreItem>
</file>

<file path=customXml/itemProps3.xml><?xml version="1.0" encoding="utf-8"?>
<ds:datastoreItem xmlns:ds="http://schemas.openxmlformats.org/officeDocument/2006/customXml" ds:itemID="{38E339AF-67FC-4BA3-8B2E-038B3ED310D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522</TotalTime>
  <Words>4</Words>
  <Application>Microsoft Office PowerPoint</Application>
  <PresentationFormat>Widescreen</PresentationFormat>
  <Paragraphs>2</Paragraphs>
  <Slides>16</Slides>
  <Notes>15</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Galaxy</vt:lpstr>
      <vt:lpstr>Bias Audit Project Presentation</vt:lpstr>
      <vt:lpstr>Project Overview</vt:lpstr>
      <vt:lpstr>Objectives and Scope</vt:lpstr>
      <vt:lpstr>Dataset and Model</vt:lpstr>
      <vt:lpstr>Healthcare Dataset and Logistic Regression Model</vt:lpstr>
      <vt:lpstr>Bias Findings</vt:lpstr>
      <vt:lpstr>Fairness Metrics and Observed Disparities</vt:lpstr>
      <vt:lpstr>Visual Representation</vt:lpstr>
      <vt:lpstr>Charts Illustrating Bias Patterns</vt:lpstr>
      <vt:lpstr>PowerPoint Presentation</vt:lpstr>
      <vt:lpstr>Mitigation Strategies and Performance</vt:lpstr>
      <vt:lpstr>Bias Mitigation Techniques and Impact</vt:lpstr>
      <vt:lpstr>Ethical Implications and Recommendations</vt:lpstr>
      <vt:lpstr>Connecting Findings to AI Ethics Principles</vt:lpstr>
      <vt:lpstr>Conclusion</vt:lpstr>
      <vt:lpstr>Summary and Future Directions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65</cp:revision>
  <dcterms:created xsi:type="dcterms:W3CDTF">2025-05-21T23:03:00Z</dcterms:created>
  <dcterms:modified xsi:type="dcterms:W3CDTF">2025-12-10T13:29:53Z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0x01010078260E051FF6D84BA53AFA7F3024F166</vt:lpwstr>
  </property>
  <property fmtid="{D5CDD505-2E9C-101B-9397-08002B2CF9AE}" pid="3" name="MediaServiceImageTags">
    <vt:lpwstr/>
  </property>
</Properties>
</file>